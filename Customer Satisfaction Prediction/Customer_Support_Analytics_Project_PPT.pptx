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741"/>
  </p:normalViewPr>
  <p:slideViewPr>
    <p:cSldViewPr snapToGrid="0" snapToObjects="1">
      <p:cViewPr varScale="1">
        <p:scale>
          <a:sx n="110" d="100"/>
          <a:sy n="110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7DF602-8622-4310-A3EE-BF59CEE29393}" type="doc">
      <dgm:prSet loTypeId="urn:microsoft.com/office/officeart/2005/8/layout/matrix3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05AF06-8F13-4EC4-B6EC-A061B4B4AFBF}">
      <dgm:prSet/>
      <dgm:spPr/>
      <dgm:t>
        <a:bodyPr/>
        <a:lstStyle/>
        <a:p>
          <a:r>
            <a:rPr lang="en-US" baseline="0"/>
            <a:t>• Objective: Analyze customer support tickets to extract insights and build ML models.</a:t>
          </a:r>
          <a:endParaRPr lang="en-US"/>
        </a:p>
      </dgm:t>
    </dgm:pt>
    <dgm:pt modelId="{E705338D-DD31-443E-90D3-218A88B11F7C}" type="parTrans" cxnId="{F9615D64-EA74-41FC-89C8-8AC7DB152EF0}">
      <dgm:prSet/>
      <dgm:spPr/>
      <dgm:t>
        <a:bodyPr/>
        <a:lstStyle/>
        <a:p>
          <a:endParaRPr lang="en-US"/>
        </a:p>
      </dgm:t>
    </dgm:pt>
    <dgm:pt modelId="{E2FF233E-61CC-4FF2-9654-D38AF6A4F0EB}" type="sibTrans" cxnId="{F9615D64-EA74-41FC-89C8-8AC7DB152EF0}">
      <dgm:prSet/>
      <dgm:spPr/>
      <dgm:t>
        <a:bodyPr/>
        <a:lstStyle/>
        <a:p>
          <a:endParaRPr lang="en-US"/>
        </a:p>
      </dgm:t>
    </dgm:pt>
    <dgm:pt modelId="{9E2B1019-B8C2-4658-9400-E3E802919B4F}">
      <dgm:prSet/>
      <dgm:spPr/>
      <dgm:t>
        <a:bodyPr/>
        <a:lstStyle/>
        <a:p>
          <a:r>
            <a:rPr lang="en-US" baseline="0"/>
            <a:t>• Dataset: Customer support ticket CSV file.</a:t>
          </a:r>
          <a:endParaRPr lang="en-US"/>
        </a:p>
      </dgm:t>
    </dgm:pt>
    <dgm:pt modelId="{262ED016-48BB-4935-AABC-323E82052C81}" type="parTrans" cxnId="{B6C04865-62DA-42EB-B7CE-BF727A6CA70E}">
      <dgm:prSet/>
      <dgm:spPr/>
      <dgm:t>
        <a:bodyPr/>
        <a:lstStyle/>
        <a:p>
          <a:endParaRPr lang="en-US"/>
        </a:p>
      </dgm:t>
    </dgm:pt>
    <dgm:pt modelId="{E2DD4650-8011-4DE6-A7D2-0D6A4CA6883B}" type="sibTrans" cxnId="{B6C04865-62DA-42EB-B7CE-BF727A6CA70E}">
      <dgm:prSet/>
      <dgm:spPr/>
      <dgm:t>
        <a:bodyPr/>
        <a:lstStyle/>
        <a:p>
          <a:endParaRPr lang="en-US"/>
        </a:p>
      </dgm:t>
    </dgm:pt>
    <dgm:pt modelId="{B9CD1B4E-2E05-48D0-A9C5-FDB3BB2093BD}">
      <dgm:prSet/>
      <dgm:spPr/>
      <dgm:t>
        <a:bodyPr/>
        <a:lstStyle/>
        <a:p>
          <a:r>
            <a:rPr lang="en-US" baseline="0"/>
            <a:t>• Tools Used: Python, Pandas, Matplotlib, Seaborn, SQLite, ML Models.</a:t>
          </a:r>
          <a:endParaRPr lang="en-US"/>
        </a:p>
      </dgm:t>
    </dgm:pt>
    <dgm:pt modelId="{A9A94259-A8C3-493C-BEBD-F2027A5FC94C}" type="parTrans" cxnId="{A2F2F090-AE9F-4F06-9D4D-39F6ECD13E5E}">
      <dgm:prSet/>
      <dgm:spPr/>
      <dgm:t>
        <a:bodyPr/>
        <a:lstStyle/>
        <a:p>
          <a:endParaRPr lang="en-US"/>
        </a:p>
      </dgm:t>
    </dgm:pt>
    <dgm:pt modelId="{CADE0281-EE33-48F6-BFC2-C8B28005E5C9}" type="sibTrans" cxnId="{A2F2F090-AE9F-4F06-9D4D-39F6ECD13E5E}">
      <dgm:prSet/>
      <dgm:spPr/>
      <dgm:t>
        <a:bodyPr/>
        <a:lstStyle/>
        <a:p>
          <a:endParaRPr lang="en-US"/>
        </a:p>
      </dgm:t>
    </dgm:pt>
    <dgm:pt modelId="{5E2AD05E-3C5D-4B29-B27E-AB74D051E835}">
      <dgm:prSet/>
      <dgm:spPr/>
      <dgm:t>
        <a:bodyPr/>
        <a:lstStyle/>
        <a:p>
          <a:r>
            <a:rPr lang="en-US" baseline="0"/>
            <a:t>• Deliverables: Cleaned data, EDA, SQL queries, ML models, dashboard mockup.</a:t>
          </a:r>
          <a:endParaRPr lang="en-US"/>
        </a:p>
      </dgm:t>
    </dgm:pt>
    <dgm:pt modelId="{E273DDDB-1DF9-40D9-B410-4E85B6209474}" type="parTrans" cxnId="{53ACF40D-18EE-4035-AE87-85D4B3ED0EC2}">
      <dgm:prSet/>
      <dgm:spPr/>
      <dgm:t>
        <a:bodyPr/>
        <a:lstStyle/>
        <a:p>
          <a:endParaRPr lang="en-US"/>
        </a:p>
      </dgm:t>
    </dgm:pt>
    <dgm:pt modelId="{42452C2D-7966-473A-812D-64987E41AF18}" type="sibTrans" cxnId="{53ACF40D-18EE-4035-AE87-85D4B3ED0EC2}">
      <dgm:prSet/>
      <dgm:spPr/>
      <dgm:t>
        <a:bodyPr/>
        <a:lstStyle/>
        <a:p>
          <a:endParaRPr lang="en-US"/>
        </a:p>
      </dgm:t>
    </dgm:pt>
    <dgm:pt modelId="{51312416-114A-E64C-B155-DA4FD5E7B36B}" type="pres">
      <dgm:prSet presAssocID="{777DF602-8622-4310-A3EE-BF59CEE29393}" presName="matrix" presStyleCnt="0">
        <dgm:presLayoutVars>
          <dgm:chMax val="1"/>
          <dgm:dir/>
          <dgm:resizeHandles val="exact"/>
        </dgm:presLayoutVars>
      </dgm:prSet>
      <dgm:spPr/>
    </dgm:pt>
    <dgm:pt modelId="{C369718D-6EEA-EC4F-9FAE-E7A4A5F4963B}" type="pres">
      <dgm:prSet presAssocID="{777DF602-8622-4310-A3EE-BF59CEE29393}" presName="diamond" presStyleLbl="bgShp" presStyleIdx="0" presStyleCnt="1"/>
      <dgm:spPr/>
    </dgm:pt>
    <dgm:pt modelId="{C4B65297-245E-7749-9C78-9EFD502B53F2}" type="pres">
      <dgm:prSet presAssocID="{777DF602-8622-4310-A3EE-BF59CEE2939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55FB1D1-A01B-E24F-9EB4-CF2C4997ABD0}" type="pres">
      <dgm:prSet presAssocID="{777DF602-8622-4310-A3EE-BF59CEE2939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B2C0BD-4522-9042-9C52-43E4C844B429}" type="pres">
      <dgm:prSet presAssocID="{777DF602-8622-4310-A3EE-BF59CEE2939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6C486B-00E8-A04B-9570-7121D422DF8C}" type="pres">
      <dgm:prSet presAssocID="{777DF602-8622-4310-A3EE-BF59CEE2939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AB25302-6044-1841-AE04-3A3D7DF7A088}" type="presOf" srcId="{B9CD1B4E-2E05-48D0-A9C5-FDB3BB2093BD}" destId="{12B2C0BD-4522-9042-9C52-43E4C844B429}" srcOrd="0" destOrd="0" presId="urn:microsoft.com/office/officeart/2005/8/layout/matrix3"/>
    <dgm:cxn modelId="{53ACF40D-18EE-4035-AE87-85D4B3ED0EC2}" srcId="{777DF602-8622-4310-A3EE-BF59CEE29393}" destId="{5E2AD05E-3C5D-4B29-B27E-AB74D051E835}" srcOrd="3" destOrd="0" parTransId="{E273DDDB-1DF9-40D9-B410-4E85B6209474}" sibTransId="{42452C2D-7966-473A-812D-64987E41AF18}"/>
    <dgm:cxn modelId="{38F7C828-2871-204F-BAB3-662880004C8A}" type="presOf" srcId="{5E2AD05E-3C5D-4B29-B27E-AB74D051E835}" destId="{F26C486B-00E8-A04B-9570-7121D422DF8C}" srcOrd="0" destOrd="0" presId="urn:microsoft.com/office/officeart/2005/8/layout/matrix3"/>
    <dgm:cxn modelId="{5D60D838-5D11-084E-B605-7C8DEB8E52D8}" type="presOf" srcId="{D105AF06-8F13-4EC4-B6EC-A061B4B4AFBF}" destId="{C4B65297-245E-7749-9C78-9EFD502B53F2}" srcOrd="0" destOrd="0" presId="urn:microsoft.com/office/officeart/2005/8/layout/matrix3"/>
    <dgm:cxn modelId="{F9615D64-EA74-41FC-89C8-8AC7DB152EF0}" srcId="{777DF602-8622-4310-A3EE-BF59CEE29393}" destId="{D105AF06-8F13-4EC4-B6EC-A061B4B4AFBF}" srcOrd="0" destOrd="0" parTransId="{E705338D-DD31-443E-90D3-218A88B11F7C}" sibTransId="{E2FF233E-61CC-4FF2-9654-D38AF6A4F0EB}"/>
    <dgm:cxn modelId="{B6C04865-62DA-42EB-B7CE-BF727A6CA70E}" srcId="{777DF602-8622-4310-A3EE-BF59CEE29393}" destId="{9E2B1019-B8C2-4658-9400-E3E802919B4F}" srcOrd="1" destOrd="0" parTransId="{262ED016-48BB-4935-AABC-323E82052C81}" sibTransId="{E2DD4650-8011-4DE6-A7D2-0D6A4CA6883B}"/>
    <dgm:cxn modelId="{D3906970-9773-A14F-9249-F799680EAE93}" type="presOf" srcId="{777DF602-8622-4310-A3EE-BF59CEE29393}" destId="{51312416-114A-E64C-B155-DA4FD5E7B36B}" srcOrd="0" destOrd="0" presId="urn:microsoft.com/office/officeart/2005/8/layout/matrix3"/>
    <dgm:cxn modelId="{A2F2F090-AE9F-4F06-9D4D-39F6ECD13E5E}" srcId="{777DF602-8622-4310-A3EE-BF59CEE29393}" destId="{B9CD1B4E-2E05-48D0-A9C5-FDB3BB2093BD}" srcOrd="2" destOrd="0" parTransId="{A9A94259-A8C3-493C-BEBD-F2027A5FC94C}" sibTransId="{CADE0281-EE33-48F6-BFC2-C8B28005E5C9}"/>
    <dgm:cxn modelId="{6469E3DD-65EE-5E4E-A154-A5D2FBD0D402}" type="presOf" srcId="{9E2B1019-B8C2-4658-9400-E3E802919B4F}" destId="{355FB1D1-A01B-E24F-9EB4-CF2C4997ABD0}" srcOrd="0" destOrd="0" presId="urn:microsoft.com/office/officeart/2005/8/layout/matrix3"/>
    <dgm:cxn modelId="{ECEE15CA-C490-C547-A6CA-F8889C8134E9}" type="presParOf" srcId="{51312416-114A-E64C-B155-DA4FD5E7B36B}" destId="{C369718D-6EEA-EC4F-9FAE-E7A4A5F4963B}" srcOrd="0" destOrd="0" presId="urn:microsoft.com/office/officeart/2005/8/layout/matrix3"/>
    <dgm:cxn modelId="{25100282-6050-F440-97A7-ABF12649DC3F}" type="presParOf" srcId="{51312416-114A-E64C-B155-DA4FD5E7B36B}" destId="{C4B65297-245E-7749-9C78-9EFD502B53F2}" srcOrd="1" destOrd="0" presId="urn:microsoft.com/office/officeart/2005/8/layout/matrix3"/>
    <dgm:cxn modelId="{70792482-08B6-DE4C-A3E6-4944D6262DED}" type="presParOf" srcId="{51312416-114A-E64C-B155-DA4FD5E7B36B}" destId="{355FB1D1-A01B-E24F-9EB4-CF2C4997ABD0}" srcOrd="2" destOrd="0" presId="urn:microsoft.com/office/officeart/2005/8/layout/matrix3"/>
    <dgm:cxn modelId="{A94DEEE2-4D2E-C04F-ABD6-D1BDFC3AB9B8}" type="presParOf" srcId="{51312416-114A-E64C-B155-DA4FD5E7B36B}" destId="{12B2C0BD-4522-9042-9C52-43E4C844B429}" srcOrd="3" destOrd="0" presId="urn:microsoft.com/office/officeart/2005/8/layout/matrix3"/>
    <dgm:cxn modelId="{1E7F79F1-22BC-9B4D-89F5-4BC25A5AA7B1}" type="presParOf" srcId="{51312416-114A-E64C-B155-DA4FD5E7B36B}" destId="{F26C486B-00E8-A04B-9570-7121D422DF8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B33436-A63C-495A-920E-31F43F0FBE07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B1D7C24-1104-4DE1-88E6-8511515C3643}">
      <dgm:prSet/>
      <dgm:spPr/>
      <dgm:t>
        <a:bodyPr/>
        <a:lstStyle/>
        <a:p>
          <a:r>
            <a:rPr lang="en-US" baseline="0"/>
            <a:t>• Handled missing values.</a:t>
          </a:r>
          <a:endParaRPr lang="en-US"/>
        </a:p>
      </dgm:t>
    </dgm:pt>
    <dgm:pt modelId="{2F8F9602-EE78-4384-8205-102154511888}" type="parTrans" cxnId="{53DF28B2-0032-42B3-B2C5-F635EFDC39FF}">
      <dgm:prSet/>
      <dgm:spPr/>
      <dgm:t>
        <a:bodyPr/>
        <a:lstStyle/>
        <a:p>
          <a:endParaRPr lang="en-US"/>
        </a:p>
      </dgm:t>
    </dgm:pt>
    <dgm:pt modelId="{059CA6C7-30F5-4F8D-A9B0-D3FF63BD4A32}" type="sibTrans" cxnId="{53DF28B2-0032-42B3-B2C5-F635EFDC39FF}">
      <dgm:prSet/>
      <dgm:spPr/>
      <dgm:t>
        <a:bodyPr/>
        <a:lstStyle/>
        <a:p>
          <a:endParaRPr lang="en-US"/>
        </a:p>
      </dgm:t>
    </dgm:pt>
    <dgm:pt modelId="{E40EB647-2266-430B-A9E3-1D922B28C675}">
      <dgm:prSet/>
      <dgm:spPr/>
      <dgm:t>
        <a:bodyPr/>
        <a:lstStyle/>
        <a:p>
          <a:r>
            <a:rPr lang="en-US" baseline="0"/>
            <a:t>• Parsed date columns.</a:t>
          </a:r>
          <a:endParaRPr lang="en-US"/>
        </a:p>
      </dgm:t>
    </dgm:pt>
    <dgm:pt modelId="{B6E3A9A5-4BE9-4BB1-98AA-B7AAC9964034}" type="parTrans" cxnId="{8D58F2FB-F15D-4F4E-9E77-04ECE3A59DEB}">
      <dgm:prSet/>
      <dgm:spPr/>
      <dgm:t>
        <a:bodyPr/>
        <a:lstStyle/>
        <a:p>
          <a:endParaRPr lang="en-US"/>
        </a:p>
      </dgm:t>
    </dgm:pt>
    <dgm:pt modelId="{73A5C34D-6AA6-4EA0-96D0-E974B52C88AB}" type="sibTrans" cxnId="{8D58F2FB-F15D-4F4E-9E77-04ECE3A59DEB}">
      <dgm:prSet/>
      <dgm:spPr/>
      <dgm:t>
        <a:bodyPr/>
        <a:lstStyle/>
        <a:p>
          <a:endParaRPr lang="en-US"/>
        </a:p>
      </dgm:t>
    </dgm:pt>
    <dgm:pt modelId="{7778CBD9-9B22-4E09-93F3-94AB56962DDA}">
      <dgm:prSet/>
      <dgm:spPr/>
      <dgm:t>
        <a:bodyPr/>
        <a:lstStyle/>
        <a:p>
          <a:r>
            <a:rPr lang="en-US" baseline="0"/>
            <a:t>• Cleaned text fields.</a:t>
          </a:r>
          <a:endParaRPr lang="en-US"/>
        </a:p>
      </dgm:t>
    </dgm:pt>
    <dgm:pt modelId="{E06109FF-22F1-4FF0-99D3-1BAD56AB6DDD}" type="parTrans" cxnId="{60047A1B-73E2-4C12-A7C9-16640E4B59BF}">
      <dgm:prSet/>
      <dgm:spPr/>
      <dgm:t>
        <a:bodyPr/>
        <a:lstStyle/>
        <a:p>
          <a:endParaRPr lang="en-US"/>
        </a:p>
      </dgm:t>
    </dgm:pt>
    <dgm:pt modelId="{CC1A4211-B3B8-4947-8851-ED7AC1E2297B}" type="sibTrans" cxnId="{60047A1B-73E2-4C12-A7C9-16640E4B59BF}">
      <dgm:prSet/>
      <dgm:spPr/>
      <dgm:t>
        <a:bodyPr/>
        <a:lstStyle/>
        <a:p>
          <a:endParaRPr lang="en-US"/>
        </a:p>
      </dgm:t>
    </dgm:pt>
    <dgm:pt modelId="{C6E97F06-28C4-4C7F-89A0-E61A5061219A}">
      <dgm:prSet/>
      <dgm:spPr/>
      <dgm:t>
        <a:bodyPr/>
        <a:lstStyle/>
        <a:p>
          <a:r>
            <a:rPr lang="en-US" baseline="0"/>
            <a:t>• Encoded categorical columns.</a:t>
          </a:r>
          <a:endParaRPr lang="en-US"/>
        </a:p>
      </dgm:t>
    </dgm:pt>
    <dgm:pt modelId="{980652C2-8305-4214-990B-057D2E1BAAD5}" type="parTrans" cxnId="{4FEF7EFC-FEF2-489A-8099-92E015D24C08}">
      <dgm:prSet/>
      <dgm:spPr/>
      <dgm:t>
        <a:bodyPr/>
        <a:lstStyle/>
        <a:p>
          <a:endParaRPr lang="en-US"/>
        </a:p>
      </dgm:t>
    </dgm:pt>
    <dgm:pt modelId="{80B5C519-8F2E-4CB9-9BC4-A2C8335B2A64}" type="sibTrans" cxnId="{4FEF7EFC-FEF2-489A-8099-92E015D24C08}">
      <dgm:prSet/>
      <dgm:spPr/>
      <dgm:t>
        <a:bodyPr/>
        <a:lstStyle/>
        <a:p>
          <a:endParaRPr lang="en-US"/>
        </a:p>
      </dgm:t>
    </dgm:pt>
    <dgm:pt modelId="{02845741-CAD1-4FD5-9BF2-E57E86EDA29A}">
      <dgm:prSet/>
      <dgm:spPr/>
      <dgm:t>
        <a:bodyPr/>
        <a:lstStyle/>
        <a:p>
          <a:r>
            <a:rPr lang="en-US" baseline="0"/>
            <a:t>• Created satisfaction binary target variable.</a:t>
          </a:r>
          <a:endParaRPr lang="en-US"/>
        </a:p>
      </dgm:t>
    </dgm:pt>
    <dgm:pt modelId="{9F2BCCFC-4631-40CC-98AC-BF9E63BD6043}" type="parTrans" cxnId="{914B3F80-3EA0-4AD2-97AE-DE274ADAEA16}">
      <dgm:prSet/>
      <dgm:spPr/>
      <dgm:t>
        <a:bodyPr/>
        <a:lstStyle/>
        <a:p>
          <a:endParaRPr lang="en-US"/>
        </a:p>
      </dgm:t>
    </dgm:pt>
    <dgm:pt modelId="{013A33E4-9075-4451-8E9A-CD23598C57B7}" type="sibTrans" cxnId="{914B3F80-3EA0-4AD2-97AE-DE274ADAEA16}">
      <dgm:prSet/>
      <dgm:spPr/>
      <dgm:t>
        <a:bodyPr/>
        <a:lstStyle/>
        <a:p>
          <a:endParaRPr lang="en-US"/>
        </a:p>
      </dgm:t>
    </dgm:pt>
    <dgm:pt modelId="{0F200378-9FAC-F641-8F23-53589FD52EA8}" type="pres">
      <dgm:prSet presAssocID="{BCB33436-A63C-495A-920E-31F43F0FBE07}" presName="linear" presStyleCnt="0">
        <dgm:presLayoutVars>
          <dgm:dir/>
          <dgm:animLvl val="lvl"/>
          <dgm:resizeHandles val="exact"/>
        </dgm:presLayoutVars>
      </dgm:prSet>
      <dgm:spPr/>
    </dgm:pt>
    <dgm:pt modelId="{003FD2DF-D90E-FB48-9B99-10F0D68D6B08}" type="pres">
      <dgm:prSet presAssocID="{2B1D7C24-1104-4DE1-88E6-8511515C3643}" presName="parentLin" presStyleCnt="0"/>
      <dgm:spPr/>
    </dgm:pt>
    <dgm:pt modelId="{B94CC9E1-A4CC-EA4A-81B1-42BF64F99BE0}" type="pres">
      <dgm:prSet presAssocID="{2B1D7C24-1104-4DE1-88E6-8511515C3643}" presName="parentLeftMargin" presStyleLbl="node1" presStyleIdx="0" presStyleCnt="5"/>
      <dgm:spPr/>
    </dgm:pt>
    <dgm:pt modelId="{C0AD5D90-0535-D647-BC0C-5C186CD6ED1F}" type="pres">
      <dgm:prSet presAssocID="{2B1D7C24-1104-4DE1-88E6-8511515C36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ECABF5E-9813-C344-9BF6-3D4D642DAB56}" type="pres">
      <dgm:prSet presAssocID="{2B1D7C24-1104-4DE1-88E6-8511515C3643}" presName="negativeSpace" presStyleCnt="0"/>
      <dgm:spPr/>
    </dgm:pt>
    <dgm:pt modelId="{59715B48-0817-F344-893E-2CC6B410F359}" type="pres">
      <dgm:prSet presAssocID="{2B1D7C24-1104-4DE1-88E6-8511515C3643}" presName="childText" presStyleLbl="conFgAcc1" presStyleIdx="0" presStyleCnt="5">
        <dgm:presLayoutVars>
          <dgm:bulletEnabled val="1"/>
        </dgm:presLayoutVars>
      </dgm:prSet>
      <dgm:spPr/>
    </dgm:pt>
    <dgm:pt modelId="{98159055-1AD2-274B-A565-9134BB44C96A}" type="pres">
      <dgm:prSet presAssocID="{059CA6C7-30F5-4F8D-A9B0-D3FF63BD4A32}" presName="spaceBetweenRectangles" presStyleCnt="0"/>
      <dgm:spPr/>
    </dgm:pt>
    <dgm:pt modelId="{A57B3512-69A3-0643-A21C-9A3819EF906A}" type="pres">
      <dgm:prSet presAssocID="{E40EB647-2266-430B-A9E3-1D922B28C675}" presName="parentLin" presStyleCnt="0"/>
      <dgm:spPr/>
    </dgm:pt>
    <dgm:pt modelId="{7D2F7177-E485-3C4B-AF74-4D875622FDD4}" type="pres">
      <dgm:prSet presAssocID="{E40EB647-2266-430B-A9E3-1D922B28C675}" presName="parentLeftMargin" presStyleLbl="node1" presStyleIdx="0" presStyleCnt="5"/>
      <dgm:spPr/>
    </dgm:pt>
    <dgm:pt modelId="{E59E6E27-A13E-4746-B052-EB4234D64F3E}" type="pres">
      <dgm:prSet presAssocID="{E40EB647-2266-430B-A9E3-1D922B28C67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32B3F24-387D-6749-BFE3-97BD10E66A82}" type="pres">
      <dgm:prSet presAssocID="{E40EB647-2266-430B-A9E3-1D922B28C675}" presName="negativeSpace" presStyleCnt="0"/>
      <dgm:spPr/>
    </dgm:pt>
    <dgm:pt modelId="{103036F7-26BE-4245-8BA4-89AE7729935B}" type="pres">
      <dgm:prSet presAssocID="{E40EB647-2266-430B-A9E3-1D922B28C675}" presName="childText" presStyleLbl="conFgAcc1" presStyleIdx="1" presStyleCnt="5">
        <dgm:presLayoutVars>
          <dgm:bulletEnabled val="1"/>
        </dgm:presLayoutVars>
      </dgm:prSet>
      <dgm:spPr/>
    </dgm:pt>
    <dgm:pt modelId="{9BE36276-D4B4-CC4C-AD9F-AC6918231C54}" type="pres">
      <dgm:prSet presAssocID="{73A5C34D-6AA6-4EA0-96D0-E974B52C88AB}" presName="spaceBetweenRectangles" presStyleCnt="0"/>
      <dgm:spPr/>
    </dgm:pt>
    <dgm:pt modelId="{9C0D63AD-0992-4849-96C6-0D6796494B8E}" type="pres">
      <dgm:prSet presAssocID="{7778CBD9-9B22-4E09-93F3-94AB56962DDA}" presName="parentLin" presStyleCnt="0"/>
      <dgm:spPr/>
    </dgm:pt>
    <dgm:pt modelId="{08ED2C17-D63A-B547-A6C1-7BAB9544F27F}" type="pres">
      <dgm:prSet presAssocID="{7778CBD9-9B22-4E09-93F3-94AB56962DDA}" presName="parentLeftMargin" presStyleLbl="node1" presStyleIdx="1" presStyleCnt="5"/>
      <dgm:spPr/>
    </dgm:pt>
    <dgm:pt modelId="{635043E0-6B36-C847-9B92-B40C88C646C0}" type="pres">
      <dgm:prSet presAssocID="{7778CBD9-9B22-4E09-93F3-94AB56962DD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6650DBF-F8D6-6C45-90F1-160B21E545C2}" type="pres">
      <dgm:prSet presAssocID="{7778CBD9-9B22-4E09-93F3-94AB56962DDA}" presName="negativeSpace" presStyleCnt="0"/>
      <dgm:spPr/>
    </dgm:pt>
    <dgm:pt modelId="{A2EC9ABF-DA9C-CB44-84B5-C82207EC9F7A}" type="pres">
      <dgm:prSet presAssocID="{7778CBD9-9B22-4E09-93F3-94AB56962DDA}" presName="childText" presStyleLbl="conFgAcc1" presStyleIdx="2" presStyleCnt="5">
        <dgm:presLayoutVars>
          <dgm:bulletEnabled val="1"/>
        </dgm:presLayoutVars>
      </dgm:prSet>
      <dgm:spPr/>
    </dgm:pt>
    <dgm:pt modelId="{E3D4D269-B7BA-9840-AED6-525D7E78BD56}" type="pres">
      <dgm:prSet presAssocID="{CC1A4211-B3B8-4947-8851-ED7AC1E2297B}" presName="spaceBetweenRectangles" presStyleCnt="0"/>
      <dgm:spPr/>
    </dgm:pt>
    <dgm:pt modelId="{BD0F1F67-6A00-A14B-8AD5-FD0438049F2C}" type="pres">
      <dgm:prSet presAssocID="{C6E97F06-28C4-4C7F-89A0-E61A5061219A}" presName="parentLin" presStyleCnt="0"/>
      <dgm:spPr/>
    </dgm:pt>
    <dgm:pt modelId="{BB396291-B624-784C-BBB7-EA01D3306DEA}" type="pres">
      <dgm:prSet presAssocID="{C6E97F06-28C4-4C7F-89A0-E61A5061219A}" presName="parentLeftMargin" presStyleLbl="node1" presStyleIdx="2" presStyleCnt="5"/>
      <dgm:spPr/>
    </dgm:pt>
    <dgm:pt modelId="{A5758E26-A2DC-4143-998F-A69328F636E4}" type="pres">
      <dgm:prSet presAssocID="{C6E97F06-28C4-4C7F-89A0-E61A5061219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88ACD7D-7A8E-874F-8469-D5FFBB59B3A9}" type="pres">
      <dgm:prSet presAssocID="{C6E97F06-28C4-4C7F-89A0-E61A5061219A}" presName="negativeSpace" presStyleCnt="0"/>
      <dgm:spPr/>
    </dgm:pt>
    <dgm:pt modelId="{298A0626-AEFC-BC47-B5A1-C31D7D40867C}" type="pres">
      <dgm:prSet presAssocID="{C6E97F06-28C4-4C7F-89A0-E61A5061219A}" presName="childText" presStyleLbl="conFgAcc1" presStyleIdx="3" presStyleCnt="5">
        <dgm:presLayoutVars>
          <dgm:bulletEnabled val="1"/>
        </dgm:presLayoutVars>
      </dgm:prSet>
      <dgm:spPr/>
    </dgm:pt>
    <dgm:pt modelId="{D82E5DB0-9D6C-9042-A8C2-C1B2FADB33EF}" type="pres">
      <dgm:prSet presAssocID="{80B5C519-8F2E-4CB9-9BC4-A2C8335B2A64}" presName="spaceBetweenRectangles" presStyleCnt="0"/>
      <dgm:spPr/>
    </dgm:pt>
    <dgm:pt modelId="{DB10D8F7-BA3B-E549-A8A5-332CBD3D8BAF}" type="pres">
      <dgm:prSet presAssocID="{02845741-CAD1-4FD5-9BF2-E57E86EDA29A}" presName="parentLin" presStyleCnt="0"/>
      <dgm:spPr/>
    </dgm:pt>
    <dgm:pt modelId="{EFFDE205-8BC7-1C40-8C76-B81DB19FDAD0}" type="pres">
      <dgm:prSet presAssocID="{02845741-CAD1-4FD5-9BF2-E57E86EDA29A}" presName="parentLeftMargin" presStyleLbl="node1" presStyleIdx="3" presStyleCnt="5"/>
      <dgm:spPr/>
    </dgm:pt>
    <dgm:pt modelId="{7DBFD2EE-63ED-3C4C-9AF6-FDA998703B10}" type="pres">
      <dgm:prSet presAssocID="{02845741-CAD1-4FD5-9BF2-E57E86EDA29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AA0AF86-55F8-9942-AA4F-AA038DB88BA5}" type="pres">
      <dgm:prSet presAssocID="{02845741-CAD1-4FD5-9BF2-E57E86EDA29A}" presName="negativeSpace" presStyleCnt="0"/>
      <dgm:spPr/>
    </dgm:pt>
    <dgm:pt modelId="{9F73A829-3FD2-D944-81C6-795E24FEB033}" type="pres">
      <dgm:prSet presAssocID="{02845741-CAD1-4FD5-9BF2-E57E86EDA29A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40B1E1A-D711-CC45-9241-2491EDF7E2F3}" type="presOf" srcId="{02845741-CAD1-4FD5-9BF2-E57E86EDA29A}" destId="{7DBFD2EE-63ED-3C4C-9AF6-FDA998703B10}" srcOrd="1" destOrd="0" presId="urn:microsoft.com/office/officeart/2005/8/layout/list1"/>
    <dgm:cxn modelId="{60047A1B-73E2-4C12-A7C9-16640E4B59BF}" srcId="{BCB33436-A63C-495A-920E-31F43F0FBE07}" destId="{7778CBD9-9B22-4E09-93F3-94AB56962DDA}" srcOrd="2" destOrd="0" parTransId="{E06109FF-22F1-4FF0-99D3-1BAD56AB6DDD}" sibTransId="{CC1A4211-B3B8-4947-8851-ED7AC1E2297B}"/>
    <dgm:cxn modelId="{FBED9E27-1F38-334C-A0E3-9277EF3E48FE}" type="presOf" srcId="{02845741-CAD1-4FD5-9BF2-E57E86EDA29A}" destId="{EFFDE205-8BC7-1C40-8C76-B81DB19FDAD0}" srcOrd="0" destOrd="0" presId="urn:microsoft.com/office/officeart/2005/8/layout/list1"/>
    <dgm:cxn modelId="{0F853E32-78E1-1242-9B01-495BC4814781}" type="presOf" srcId="{C6E97F06-28C4-4C7F-89A0-E61A5061219A}" destId="{A5758E26-A2DC-4143-998F-A69328F636E4}" srcOrd="1" destOrd="0" presId="urn:microsoft.com/office/officeart/2005/8/layout/list1"/>
    <dgm:cxn modelId="{AD854846-7CCB-DB47-ADAC-65AB08B00B4A}" type="presOf" srcId="{BCB33436-A63C-495A-920E-31F43F0FBE07}" destId="{0F200378-9FAC-F641-8F23-53589FD52EA8}" srcOrd="0" destOrd="0" presId="urn:microsoft.com/office/officeart/2005/8/layout/list1"/>
    <dgm:cxn modelId="{60DC8B48-A4EC-554C-B62D-853F6553D123}" type="presOf" srcId="{E40EB647-2266-430B-A9E3-1D922B28C675}" destId="{7D2F7177-E485-3C4B-AF74-4D875622FDD4}" srcOrd="0" destOrd="0" presId="urn:microsoft.com/office/officeart/2005/8/layout/list1"/>
    <dgm:cxn modelId="{96324C7B-9A07-504C-8CCA-EAA2727172AB}" type="presOf" srcId="{7778CBD9-9B22-4E09-93F3-94AB56962DDA}" destId="{635043E0-6B36-C847-9B92-B40C88C646C0}" srcOrd="1" destOrd="0" presId="urn:microsoft.com/office/officeart/2005/8/layout/list1"/>
    <dgm:cxn modelId="{914B3F80-3EA0-4AD2-97AE-DE274ADAEA16}" srcId="{BCB33436-A63C-495A-920E-31F43F0FBE07}" destId="{02845741-CAD1-4FD5-9BF2-E57E86EDA29A}" srcOrd="4" destOrd="0" parTransId="{9F2BCCFC-4631-40CC-98AC-BF9E63BD6043}" sibTransId="{013A33E4-9075-4451-8E9A-CD23598C57B7}"/>
    <dgm:cxn modelId="{C497B584-D7BD-4846-B8C8-DA714A62B5B3}" type="presOf" srcId="{E40EB647-2266-430B-A9E3-1D922B28C675}" destId="{E59E6E27-A13E-4746-B052-EB4234D64F3E}" srcOrd="1" destOrd="0" presId="urn:microsoft.com/office/officeart/2005/8/layout/list1"/>
    <dgm:cxn modelId="{E34FA188-D87D-A04D-BFA6-E9603DA79F40}" type="presOf" srcId="{2B1D7C24-1104-4DE1-88E6-8511515C3643}" destId="{C0AD5D90-0535-D647-BC0C-5C186CD6ED1F}" srcOrd="1" destOrd="0" presId="urn:microsoft.com/office/officeart/2005/8/layout/list1"/>
    <dgm:cxn modelId="{79B11C9D-0083-524C-8AB0-5481402ADEC6}" type="presOf" srcId="{7778CBD9-9B22-4E09-93F3-94AB56962DDA}" destId="{08ED2C17-D63A-B547-A6C1-7BAB9544F27F}" srcOrd="0" destOrd="0" presId="urn:microsoft.com/office/officeart/2005/8/layout/list1"/>
    <dgm:cxn modelId="{53DF28B2-0032-42B3-B2C5-F635EFDC39FF}" srcId="{BCB33436-A63C-495A-920E-31F43F0FBE07}" destId="{2B1D7C24-1104-4DE1-88E6-8511515C3643}" srcOrd="0" destOrd="0" parTransId="{2F8F9602-EE78-4384-8205-102154511888}" sibTransId="{059CA6C7-30F5-4F8D-A9B0-D3FF63BD4A32}"/>
    <dgm:cxn modelId="{2471BDE8-7C73-3B4E-9DDB-C1AD99D71B82}" type="presOf" srcId="{2B1D7C24-1104-4DE1-88E6-8511515C3643}" destId="{B94CC9E1-A4CC-EA4A-81B1-42BF64F99BE0}" srcOrd="0" destOrd="0" presId="urn:microsoft.com/office/officeart/2005/8/layout/list1"/>
    <dgm:cxn modelId="{221FF5F6-D86B-0F4C-A841-8D3CF30F8902}" type="presOf" srcId="{C6E97F06-28C4-4C7F-89A0-E61A5061219A}" destId="{BB396291-B624-784C-BBB7-EA01D3306DEA}" srcOrd="0" destOrd="0" presId="urn:microsoft.com/office/officeart/2005/8/layout/list1"/>
    <dgm:cxn modelId="{8D58F2FB-F15D-4F4E-9E77-04ECE3A59DEB}" srcId="{BCB33436-A63C-495A-920E-31F43F0FBE07}" destId="{E40EB647-2266-430B-A9E3-1D922B28C675}" srcOrd="1" destOrd="0" parTransId="{B6E3A9A5-4BE9-4BB1-98AA-B7AAC9964034}" sibTransId="{73A5C34D-6AA6-4EA0-96D0-E974B52C88AB}"/>
    <dgm:cxn modelId="{4FEF7EFC-FEF2-489A-8099-92E015D24C08}" srcId="{BCB33436-A63C-495A-920E-31F43F0FBE07}" destId="{C6E97F06-28C4-4C7F-89A0-E61A5061219A}" srcOrd="3" destOrd="0" parTransId="{980652C2-8305-4214-990B-057D2E1BAAD5}" sibTransId="{80B5C519-8F2E-4CB9-9BC4-A2C8335B2A64}"/>
    <dgm:cxn modelId="{8381917F-9771-A241-B453-98FF876F2E9F}" type="presParOf" srcId="{0F200378-9FAC-F641-8F23-53589FD52EA8}" destId="{003FD2DF-D90E-FB48-9B99-10F0D68D6B08}" srcOrd="0" destOrd="0" presId="urn:microsoft.com/office/officeart/2005/8/layout/list1"/>
    <dgm:cxn modelId="{8ADE80ED-4734-D24F-AC9D-ED77EF2608F8}" type="presParOf" srcId="{003FD2DF-D90E-FB48-9B99-10F0D68D6B08}" destId="{B94CC9E1-A4CC-EA4A-81B1-42BF64F99BE0}" srcOrd="0" destOrd="0" presId="urn:microsoft.com/office/officeart/2005/8/layout/list1"/>
    <dgm:cxn modelId="{C3C00683-7321-6345-AA5F-63F8E7B34859}" type="presParOf" srcId="{003FD2DF-D90E-FB48-9B99-10F0D68D6B08}" destId="{C0AD5D90-0535-D647-BC0C-5C186CD6ED1F}" srcOrd="1" destOrd="0" presId="urn:microsoft.com/office/officeart/2005/8/layout/list1"/>
    <dgm:cxn modelId="{289AFF6E-7001-6249-9A7A-25D669FE0FA2}" type="presParOf" srcId="{0F200378-9FAC-F641-8F23-53589FD52EA8}" destId="{4ECABF5E-9813-C344-9BF6-3D4D642DAB56}" srcOrd="1" destOrd="0" presId="urn:microsoft.com/office/officeart/2005/8/layout/list1"/>
    <dgm:cxn modelId="{75FE2FB4-47A5-A54D-9B5F-29678AAB5F87}" type="presParOf" srcId="{0F200378-9FAC-F641-8F23-53589FD52EA8}" destId="{59715B48-0817-F344-893E-2CC6B410F359}" srcOrd="2" destOrd="0" presId="urn:microsoft.com/office/officeart/2005/8/layout/list1"/>
    <dgm:cxn modelId="{657C67AD-D88C-6445-991E-F44B540FDC4A}" type="presParOf" srcId="{0F200378-9FAC-F641-8F23-53589FD52EA8}" destId="{98159055-1AD2-274B-A565-9134BB44C96A}" srcOrd="3" destOrd="0" presId="urn:microsoft.com/office/officeart/2005/8/layout/list1"/>
    <dgm:cxn modelId="{63670AA6-4FEC-C847-9A4F-7717CC0D798A}" type="presParOf" srcId="{0F200378-9FAC-F641-8F23-53589FD52EA8}" destId="{A57B3512-69A3-0643-A21C-9A3819EF906A}" srcOrd="4" destOrd="0" presId="urn:microsoft.com/office/officeart/2005/8/layout/list1"/>
    <dgm:cxn modelId="{DF0ADD76-73EF-C34A-9D3D-B62357F49649}" type="presParOf" srcId="{A57B3512-69A3-0643-A21C-9A3819EF906A}" destId="{7D2F7177-E485-3C4B-AF74-4D875622FDD4}" srcOrd="0" destOrd="0" presId="urn:microsoft.com/office/officeart/2005/8/layout/list1"/>
    <dgm:cxn modelId="{F7DB1BC7-2C58-B342-A9CD-0C73CB9DA5CA}" type="presParOf" srcId="{A57B3512-69A3-0643-A21C-9A3819EF906A}" destId="{E59E6E27-A13E-4746-B052-EB4234D64F3E}" srcOrd="1" destOrd="0" presId="urn:microsoft.com/office/officeart/2005/8/layout/list1"/>
    <dgm:cxn modelId="{C8CBE8A6-4A09-1B4C-924A-B0BD9324E6D8}" type="presParOf" srcId="{0F200378-9FAC-F641-8F23-53589FD52EA8}" destId="{F32B3F24-387D-6749-BFE3-97BD10E66A82}" srcOrd="5" destOrd="0" presId="urn:microsoft.com/office/officeart/2005/8/layout/list1"/>
    <dgm:cxn modelId="{07EDB076-AA76-E04D-8AAC-CCDCE8AB4770}" type="presParOf" srcId="{0F200378-9FAC-F641-8F23-53589FD52EA8}" destId="{103036F7-26BE-4245-8BA4-89AE7729935B}" srcOrd="6" destOrd="0" presId="urn:microsoft.com/office/officeart/2005/8/layout/list1"/>
    <dgm:cxn modelId="{B7B32057-32AA-ED4B-B4E1-D4B4284DDCC4}" type="presParOf" srcId="{0F200378-9FAC-F641-8F23-53589FD52EA8}" destId="{9BE36276-D4B4-CC4C-AD9F-AC6918231C54}" srcOrd="7" destOrd="0" presId="urn:microsoft.com/office/officeart/2005/8/layout/list1"/>
    <dgm:cxn modelId="{25DA4528-858E-E94A-BE82-24FCB3A01E24}" type="presParOf" srcId="{0F200378-9FAC-F641-8F23-53589FD52EA8}" destId="{9C0D63AD-0992-4849-96C6-0D6796494B8E}" srcOrd="8" destOrd="0" presId="urn:microsoft.com/office/officeart/2005/8/layout/list1"/>
    <dgm:cxn modelId="{74DF85A3-5684-7C45-BF1C-22F4B97BFE1F}" type="presParOf" srcId="{9C0D63AD-0992-4849-96C6-0D6796494B8E}" destId="{08ED2C17-D63A-B547-A6C1-7BAB9544F27F}" srcOrd="0" destOrd="0" presId="urn:microsoft.com/office/officeart/2005/8/layout/list1"/>
    <dgm:cxn modelId="{436CC480-3C07-BD43-8C66-906B855474C0}" type="presParOf" srcId="{9C0D63AD-0992-4849-96C6-0D6796494B8E}" destId="{635043E0-6B36-C847-9B92-B40C88C646C0}" srcOrd="1" destOrd="0" presId="urn:microsoft.com/office/officeart/2005/8/layout/list1"/>
    <dgm:cxn modelId="{0AE58286-BBC5-2A4E-A89B-15C849138372}" type="presParOf" srcId="{0F200378-9FAC-F641-8F23-53589FD52EA8}" destId="{66650DBF-F8D6-6C45-90F1-160B21E545C2}" srcOrd="9" destOrd="0" presId="urn:microsoft.com/office/officeart/2005/8/layout/list1"/>
    <dgm:cxn modelId="{97B46320-D6CA-9D4F-AB25-3135D9C508AA}" type="presParOf" srcId="{0F200378-9FAC-F641-8F23-53589FD52EA8}" destId="{A2EC9ABF-DA9C-CB44-84B5-C82207EC9F7A}" srcOrd="10" destOrd="0" presId="urn:microsoft.com/office/officeart/2005/8/layout/list1"/>
    <dgm:cxn modelId="{48C6305A-FD04-3842-B1C0-327BE7917A6D}" type="presParOf" srcId="{0F200378-9FAC-F641-8F23-53589FD52EA8}" destId="{E3D4D269-B7BA-9840-AED6-525D7E78BD56}" srcOrd="11" destOrd="0" presId="urn:microsoft.com/office/officeart/2005/8/layout/list1"/>
    <dgm:cxn modelId="{C00D4A75-7777-CD4B-9ABC-BC934DB006FD}" type="presParOf" srcId="{0F200378-9FAC-F641-8F23-53589FD52EA8}" destId="{BD0F1F67-6A00-A14B-8AD5-FD0438049F2C}" srcOrd="12" destOrd="0" presId="urn:microsoft.com/office/officeart/2005/8/layout/list1"/>
    <dgm:cxn modelId="{870F7112-DACE-B84B-B272-024EBEE45E92}" type="presParOf" srcId="{BD0F1F67-6A00-A14B-8AD5-FD0438049F2C}" destId="{BB396291-B624-784C-BBB7-EA01D3306DEA}" srcOrd="0" destOrd="0" presId="urn:microsoft.com/office/officeart/2005/8/layout/list1"/>
    <dgm:cxn modelId="{F2E4D5DD-CE7F-B943-B942-F914B8A62797}" type="presParOf" srcId="{BD0F1F67-6A00-A14B-8AD5-FD0438049F2C}" destId="{A5758E26-A2DC-4143-998F-A69328F636E4}" srcOrd="1" destOrd="0" presId="urn:microsoft.com/office/officeart/2005/8/layout/list1"/>
    <dgm:cxn modelId="{57974F07-18D7-1943-A398-1A536144F9C1}" type="presParOf" srcId="{0F200378-9FAC-F641-8F23-53589FD52EA8}" destId="{088ACD7D-7A8E-874F-8469-D5FFBB59B3A9}" srcOrd="13" destOrd="0" presId="urn:microsoft.com/office/officeart/2005/8/layout/list1"/>
    <dgm:cxn modelId="{72EBDF7B-5529-CA4F-9020-407356AF87EE}" type="presParOf" srcId="{0F200378-9FAC-F641-8F23-53589FD52EA8}" destId="{298A0626-AEFC-BC47-B5A1-C31D7D40867C}" srcOrd="14" destOrd="0" presId="urn:microsoft.com/office/officeart/2005/8/layout/list1"/>
    <dgm:cxn modelId="{57EBD7D7-9CAC-6248-8926-2E23AD5F96EF}" type="presParOf" srcId="{0F200378-9FAC-F641-8F23-53589FD52EA8}" destId="{D82E5DB0-9D6C-9042-A8C2-C1B2FADB33EF}" srcOrd="15" destOrd="0" presId="urn:microsoft.com/office/officeart/2005/8/layout/list1"/>
    <dgm:cxn modelId="{0EA1E9AF-C2E8-1442-80AD-2020DE090848}" type="presParOf" srcId="{0F200378-9FAC-F641-8F23-53589FD52EA8}" destId="{DB10D8F7-BA3B-E549-A8A5-332CBD3D8BAF}" srcOrd="16" destOrd="0" presId="urn:microsoft.com/office/officeart/2005/8/layout/list1"/>
    <dgm:cxn modelId="{E8AEF34E-C0B5-854D-BD19-C4204DEF6F47}" type="presParOf" srcId="{DB10D8F7-BA3B-E549-A8A5-332CBD3D8BAF}" destId="{EFFDE205-8BC7-1C40-8C76-B81DB19FDAD0}" srcOrd="0" destOrd="0" presId="urn:microsoft.com/office/officeart/2005/8/layout/list1"/>
    <dgm:cxn modelId="{71CCC3DE-66E3-6846-BF61-3BB5B8CA8890}" type="presParOf" srcId="{DB10D8F7-BA3B-E549-A8A5-332CBD3D8BAF}" destId="{7DBFD2EE-63ED-3C4C-9AF6-FDA998703B10}" srcOrd="1" destOrd="0" presId="urn:microsoft.com/office/officeart/2005/8/layout/list1"/>
    <dgm:cxn modelId="{316AD3C2-D934-BF42-BF8D-C91639A6561B}" type="presParOf" srcId="{0F200378-9FAC-F641-8F23-53589FD52EA8}" destId="{EAA0AF86-55F8-9942-AA4F-AA038DB88BA5}" srcOrd="17" destOrd="0" presId="urn:microsoft.com/office/officeart/2005/8/layout/list1"/>
    <dgm:cxn modelId="{19346564-1C76-6147-9090-88CFBAD7F458}" type="presParOf" srcId="{0F200378-9FAC-F641-8F23-53589FD52EA8}" destId="{9F73A829-3FD2-D944-81C6-795E24FEB03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09010-D97A-4C21-AF50-4D899189FBB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526144-4D50-4A29-AE84-67C32BEA6E79}">
      <dgm:prSet/>
      <dgm:spPr/>
      <dgm:t>
        <a:bodyPr/>
        <a:lstStyle/>
        <a:p>
          <a:r>
            <a:rPr lang="en-US" baseline="0"/>
            <a:t>• Satisfaction rating distribution.</a:t>
          </a:r>
          <a:endParaRPr lang="en-US"/>
        </a:p>
      </dgm:t>
    </dgm:pt>
    <dgm:pt modelId="{41C6F017-4C8A-4F8C-87F6-F059FC328221}" type="parTrans" cxnId="{4A617E90-2F9B-497A-85DF-74226FB613E3}">
      <dgm:prSet/>
      <dgm:spPr/>
      <dgm:t>
        <a:bodyPr/>
        <a:lstStyle/>
        <a:p>
          <a:endParaRPr lang="en-US"/>
        </a:p>
      </dgm:t>
    </dgm:pt>
    <dgm:pt modelId="{F6D665EB-2B77-4872-BDAD-7DBD6605E1EF}" type="sibTrans" cxnId="{4A617E90-2F9B-497A-85DF-74226FB613E3}">
      <dgm:prSet/>
      <dgm:spPr/>
      <dgm:t>
        <a:bodyPr/>
        <a:lstStyle/>
        <a:p>
          <a:endParaRPr lang="en-US"/>
        </a:p>
      </dgm:t>
    </dgm:pt>
    <dgm:pt modelId="{1526EA7A-62A0-4AE8-ADB9-DD2C279532FC}">
      <dgm:prSet/>
      <dgm:spPr/>
      <dgm:t>
        <a:bodyPr/>
        <a:lstStyle/>
        <a:p>
          <a:r>
            <a:rPr lang="en-US" baseline="0"/>
            <a:t>• Tickets by priority and channel.</a:t>
          </a:r>
          <a:endParaRPr lang="en-US"/>
        </a:p>
      </dgm:t>
    </dgm:pt>
    <dgm:pt modelId="{8FAE5434-8510-449E-94B7-BBC820E6525A}" type="parTrans" cxnId="{5ADF6D09-8998-40CE-968F-C258B9B635CE}">
      <dgm:prSet/>
      <dgm:spPr/>
      <dgm:t>
        <a:bodyPr/>
        <a:lstStyle/>
        <a:p>
          <a:endParaRPr lang="en-US"/>
        </a:p>
      </dgm:t>
    </dgm:pt>
    <dgm:pt modelId="{491A0297-8E11-4FA7-9CEB-CF15ED0A81BF}" type="sibTrans" cxnId="{5ADF6D09-8998-40CE-968F-C258B9B635CE}">
      <dgm:prSet/>
      <dgm:spPr/>
      <dgm:t>
        <a:bodyPr/>
        <a:lstStyle/>
        <a:p>
          <a:endParaRPr lang="en-US"/>
        </a:p>
      </dgm:t>
    </dgm:pt>
    <dgm:pt modelId="{7069EAAA-F41E-45D0-9646-EAB17DE21C4E}">
      <dgm:prSet/>
      <dgm:spPr/>
      <dgm:t>
        <a:bodyPr/>
        <a:lstStyle/>
        <a:p>
          <a:r>
            <a:rPr lang="en-US" baseline="0"/>
            <a:t>• Trends over time.</a:t>
          </a:r>
          <a:endParaRPr lang="en-US"/>
        </a:p>
      </dgm:t>
    </dgm:pt>
    <dgm:pt modelId="{386EBE27-B683-425E-A52D-A0BB70ABB73F}" type="parTrans" cxnId="{4B069E48-4A19-4767-B310-B6B30F5EDEA7}">
      <dgm:prSet/>
      <dgm:spPr/>
      <dgm:t>
        <a:bodyPr/>
        <a:lstStyle/>
        <a:p>
          <a:endParaRPr lang="en-US"/>
        </a:p>
      </dgm:t>
    </dgm:pt>
    <dgm:pt modelId="{0DDC3DF7-7EED-41F1-9A26-C202C9F07596}" type="sibTrans" cxnId="{4B069E48-4A19-4767-B310-B6B30F5EDEA7}">
      <dgm:prSet/>
      <dgm:spPr/>
      <dgm:t>
        <a:bodyPr/>
        <a:lstStyle/>
        <a:p>
          <a:endParaRPr lang="en-US"/>
        </a:p>
      </dgm:t>
    </dgm:pt>
    <dgm:pt modelId="{04C4BB97-A1C4-4CC7-B2F5-9B68BA142D23}">
      <dgm:prSet/>
      <dgm:spPr/>
      <dgm:t>
        <a:bodyPr/>
        <a:lstStyle/>
        <a:p>
          <a:r>
            <a:rPr lang="en-US" baseline="0"/>
            <a:t>• Top ticket subjects and patterns.</a:t>
          </a:r>
          <a:endParaRPr lang="en-US"/>
        </a:p>
      </dgm:t>
    </dgm:pt>
    <dgm:pt modelId="{B10C1C62-D6EA-45C6-BD43-B394BD1FCF31}" type="parTrans" cxnId="{F630C573-35CE-4E6A-90BF-5C2F75EFCAEB}">
      <dgm:prSet/>
      <dgm:spPr/>
      <dgm:t>
        <a:bodyPr/>
        <a:lstStyle/>
        <a:p>
          <a:endParaRPr lang="en-US"/>
        </a:p>
      </dgm:t>
    </dgm:pt>
    <dgm:pt modelId="{DA9581D3-BDB8-40D1-96E5-A006E78865E0}" type="sibTrans" cxnId="{F630C573-35CE-4E6A-90BF-5C2F75EFCAEB}">
      <dgm:prSet/>
      <dgm:spPr/>
      <dgm:t>
        <a:bodyPr/>
        <a:lstStyle/>
        <a:p>
          <a:endParaRPr lang="en-US"/>
        </a:p>
      </dgm:t>
    </dgm:pt>
    <dgm:pt modelId="{A9AE033F-5232-5B4C-9AC8-07422D5DA6AF}" type="pres">
      <dgm:prSet presAssocID="{95B09010-D97A-4C21-AF50-4D899189FBB0}" presName="linear" presStyleCnt="0">
        <dgm:presLayoutVars>
          <dgm:animLvl val="lvl"/>
          <dgm:resizeHandles val="exact"/>
        </dgm:presLayoutVars>
      </dgm:prSet>
      <dgm:spPr/>
    </dgm:pt>
    <dgm:pt modelId="{6EB3102B-562B-744B-9844-98D7D668EBCA}" type="pres">
      <dgm:prSet presAssocID="{4A526144-4D50-4A29-AE84-67C32BEA6E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6D4362-3DE4-514B-ABDD-72E91B522D3E}" type="pres">
      <dgm:prSet presAssocID="{F6D665EB-2B77-4872-BDAD-7DBD6605E1EF}" presName="spacer" presStyleCnt="0"/>
      <dgm:spPr/>
    </dgm:pt>
    <dgm:pt modelId="{7E16E11A-29FC-C54A-8995-5518CD8D9143}" type="pres">
      <dgm:prSet presAssocID="{1526EA7A-62A0-4AE8-ADB9-DD2C279532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BBB187E-F002-984C-94AC-CCA8BC97F7F5}" type="pres">
      <dgm:prSet presAssocID="{491A0297-8E11-4FA7-9CEB-CF15ED0A81BF}" presName="spacer" presStyleCnt="0"/>
      <dgm:spPr/>
    </dgm:pt>
    <dgm:pt modelId="{730A35F0-4411-ED45-8F25-0B1A355B1748}" type="pres">
      <dgm:prSet presAssocID="{7069EAAA-F41E-45D0-9646-EAB17DE21C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459833-E3C2-4E4C-80A2-614BC9CE1175}" type="pres">
      <dgm:prSet presAssocID="{0DDC3DF7-7EED-41F1-9A26-C202C9F07596}" presName="spacer" presStyleCnt="0"/>
      <dgm:spPr/>
    </dgm:pt>
    <dgm:pt modelId="{EFB222E1-4131-0F4A-8EA9-D1119B7BFA75}" type="pres">
      <dgm:prSet presAssocID="{04C4BB97-A1C4-4CC7-B2F5-9B68BA142D2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DF6D09-8998-40CE-968F-C258B9B635CE}" srcId="{95B09010-D97A-4C21-AF50-4D899189FBB0}" destId="{1526EA7A-62A0-4AE8-ADB9-DD2C279532FC}" srcOrd="1" destOrd="0" parTransId="{8FAE5434-8510-449E-94B7-BBC820E6525A}" sibTransId="{491A0297-8E11-4FA7-9CEB-CF15ED0A81BF}"/>
    <dgm:cxn modelId="{E1D38732-AC22-9242-A557-7C77A56E2A8E}" type="presOf" srcId="{4A526144-4D50-4A29-AE84-67C32BEA6E79}" destId="{6EB3102B-562B-744B-9844-98D7D668EBCA}" srcOrd="0" destOrd="0" presId="urn:microsoft.com/office/officeart/2005/8/layout/vList2"/>
    <dgm:cxn modelId="{E1F70D39-6727-504B-AC36-24ECFFCB8434}" type="presOf" srcId="{04C4BB97-A1C4-4CC7-B2F5-9B68BA142D23}" destId="{EFB222E1-4131-0F4A-8EA9-D1119B7BFA75}" srcOrd="0" destOrd="0" presId="urn:microsoft.com/office/officeart/2005/8/layout/vList2"/>
    <dgm:cxn modelId="{4B069E48-4A19-4767-B310-B6B30F5EDEA7}" srcId="{95B09010-D97A-4C21-AF50-4D899189FBB0}" destId="{7069EAAA-F41E-45D0-9646-EAB17DE21C4E}" srcOrd="2" destOrd="0" parTransId="{386EBE27-B683-425E-A52D-A0BB70ABB73F}" sibTransId="{0DDC3DF7-7EED-41F1-9A26-C202C9F07596}"/>
    <dgm:cxn modelId="{C7F01166-AF23-2F45-BE9E-7773F155311F}" type="presOf" srcId="{7069EAAA-F41E-45D0-9646-EAB17DE21C4E}" destId="{730A35F0-4411-ED45-8F25-0B1A355B1748}" srcOrd="0" destOrd="0" presId="urn:microsoft.com/office/officeart/2005/8/layout/vList2"/>
    <dgm:cxn modelId="{E9D6F16D-C56D-2746-992E-95185EF26876}" type="presOf" srcId="{1526EA7A-62A0-4AE8-ADB9-DD2C279532FC}" destId="{7E16E11A-29FC-C54A-8995-5518CD8D9143}" srcOrd="0" destOrd="0" presId="urn:microsoft.com/office/officeart/2005/8/layout/vList2"/>
    <dgm:cxn modelId="{F630C573-35CE-4E6A-90BF-5C2F75EFCAEB}" srcId="{95B09010-D97A-4C21-AF50-4D899189FBB0}" destId="{04C4BB97-A1C4-4CC7-B2F5-9B68BA142D23}" srcOrd="3" destOrd="0" parTransId="{B10C1C62-D6EA-45C6-BD43-B394BD1FCF31}" sibTransId="{DA9581D3-BDB8-40D1-96E5-A006E78865E0}"/>
    <dgm:cxn modelId="{4A617E90-2F9B-497A-85DF-74226FB613E3}" srcId="{95B09010-D97A-4C21-AF50-4D899189FBB0}" destId="{4A526144-4D50-4A29-AE84-67C32BEA6E79}" srcOrd="0" destOrd="0" parTransId="{41C6F017-4C8A-4F8C-87F6-F059FC328221}" sibTransId="{F6D665EB-2B77-4872-BDAD-7DBD6605E1EF}"/>
    <dgm:cxn modelId="{727BF5D8-0FC0-A54A-89DF-FB671EAD2517}" type="presOf" srcId="{95B09010-D97A-4C21-AF50-4D899189FBB0}" destId="{A9AE033F-5232-5B4C-9AC8-07422D5DA6AF}" srcOrd="0" destOrd="0" presId="urn:microsoft.com/office/officeart/2005/8/layout/vList2"/>
    <dgm:cxn modelId="{3140776C-2549-7D46-A317-CB3B6B8AED80}" type="presParOf" srcId="{A9AE033F-5232-5B4C-9AC8-07422D5DA6AF}" destId="{6EB3102B-562B-744B-9844-98D7D668EBCA}" srcOrd="0" destOrd="0" presId="urn:microsoft.com/office/officeart/2005/8/layout/vList2"/>
    <dgm:cxn modelId="{DE9205DC-E120-7448-968D-BCA629262E7D}" type="presParOf" srcId="{A9AE033F-5232-5B4C-9AC8-07422D5DA6AF}" destId="{0D6D4362-3DE4-514B-ABDD-72E91B522D3E}" srcOrd="1" destOrd="0" presId="urn:microsoft.com/office/officeart/2005/8/layout/vList2"/>
    <dgm:cxn modelId="{1178429E-32B8-394E-A0D0-835E59F4DB2B}" type="presParOf" srcId="{A9AE033F-5232-5B4C-9AC8-07422D5DA6AF}" destId="{7E16E11A-29FC-C54A-8995-5518CD8D9143}" srcOrd="2" destOrd="0" presId="urn:microsoft.com/office/officeart/2005/8/layout/vList2"/>
    <dgm:cxn modelId="{D91577D9-12CC-BD42-B87D-9482115B6087}" type="presParOf" srcId="{A9AE033F-5232-5B4C-9AC8-07422D5DA6AF}" destId="{BBBB187E-F002-984C-94AC-CCA8BC97F7F5}" srcOrd="3" destOrd="0" presId="urn:microsoft.com/office/officeart/2005/8/layout/vList2"/>
    <dgm:cxn modelId="{6F60B693-2D97-E34C-BBC3-4FA5ACB11B1C}" type="presParOf" srcId="{A9AE033F-5232-5B4C-9AC8-07422D5DA6AF}" destId="{730A35F0-4411-ED45-8F25-0B1A355B1748}" srcOrd="4" destOrd="0" presId="urn:microsoft.com/office/officeart/2005/8/layout/vList2"/>
    <dgm:cxn modelId="{3068D1AB-2EFF-DD4B-ABFE-453E8A2F5DE8}" type="presParOf" srcId="{A9AE033F-5232-5B4C-9AC8-07422D5DA6AF}" destId="{2D459833-E3C2-4E4C-80A2-614BC9CE1175}" srcOrd="5" destOrd="0" presId="urn:microsoft.com/office/officeart/2005/8/layout/vList2"/>
    <dgm:cxn modelId="{F80A4987-80B5-1A4A-B9E1-61624F1D9EC3}" type="presParOf" srcId="{A9AE033F-5232-5B4C-9AC8-07422D5DA6AF}" destId="{EFB222E1-4131-0F4A-8EA9-D1119B7BFA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C84335-BCE0-4556-900E-73B2BD9C7BA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E1178E-93E7-4AAD-BE50-F1C9F860AE58}">
      <dgm:prSet/>
      <dgm:spPr/>
      <dgm:t>
        <a:bodyPr/>
        <a:lstStyle/>
        <a:p>
          <a:r>
            <a:rPr lang="en-US" baseline="0"/>
            <a:t>• Logistic Regression (Baseline).</a:t>
          </a:r>
          <a:endParaRPr lang="en-US"/>
        </a:p>
      </dgm:t>
    </dgm:pt>
    <dgm:pt modelId="{30089391-E421-4A57-9B3B-D26C9A45CD1A}" type="parTrans" cxnId="{D67C599E-B51E-4BB5-A6F4-C0B3B9FE3DD1}">
      <dgm:prSet/>
      <dgm:spPr/>
      <dgm:t>
        <a:bodyPr/>
        <a:lstStyle/>
        <a:p>
          <a:endParaRPr lang="en-US"/>
        </a:p>
      </dgm:t>
    </dgm:pt>
    <dgm:pt modelId="{A40AD898-AFFC-4756-B7AD-144585F8F9DF}" type="sibTrans" cxnId="{D67C599E-B51E-4BB5-A6F4-C0B3B9FE3DD1}">
      <dgm:prSet/>
      <dgm:spPr/>
      <dgm:t>
        <a:bodyPr/>
        <a:lstStyle/>
        <a:p>
          <a:endParaRPr lang="en-US"/>
        </a:p>
      </dgm:t>
    </dgm:pt>
    <dgm:pt modelId="{33A59F68-62DA-471C-9E54-97D40511DBB8}">
      <dgm:prSet/>
      <dgm:spPr/>
      <dgm:t>
        <a:bodyPr/>
        <a:lstStyle/>
        <a:p>
          <a:r>
            <a:rPr lang="en-US" baseline="0"/>
            <a:t>• Random Forest (Improved accuracy).</a:t>
          </a:r>
          <a:endParaRPr lang="en-US"/>
        </a:p>
      </dgm:t>
    </dgm:pt>
    <dgm:pt modelId="{A4EFEA63-CAD6-4D6D-8957-CC7DA72368DC}" type="parTrans" cxnId="{09207C77-0249-44CE-BAEC-050509E3BB7C}">
      <dgm:prSet/>
      <dgm:spPr/>
      <dgm:t>
        <a:bodyPr/>
        <a:lstStyle/>
        <a:p>
          <a:endParaRPr lang="en-US"/>
        </a:p>
      </dgm:t>
    </dgm:pt>
    <dgm:pt modelId="{C16BCDCA-586A-4EF1-B301-EBAFDB770B25}" type="sibTrans" cxnId="{09207C77-0249-44CE-BAEC-050509E3BB7C}">
      <dgm:prSet/>
      <dgm:spPr/>
      <dgm:t>
        <a:bodyPr/>
        <a:lstStyle/>
        <a:p>
          <a:endParaRPr lang="en-US"/>
        </a:p>
      </dgm:t>
    </dgm:pt>
    <dgm:pt modelId="{3E2F5799-0273-4402-A1C6-9E2A4947F5B1}">
      <dgm:prSet/>
      <dgm:spPr/>
      <dgm:t>
        <a:bodyPr/>
        <a:lstStyle/>
        <a:p>
          <a:r>
            <a:rPr lang="en-US" baseline="0"/>
            <a:t>• XGBoost (High-performance model).</a:t>
          </a:r>
          <a:endParaRPr lang="en-US"/>
        </a:p>
      </dgm:t>
    </dgm:pt>
    <dgm:pt modelId="{E06688A6-760C-4CA6-889B-655DC647FE51}" type="parTrans" cxnId="{D86F5F88-464E-4E80-899C-F96829C23D4E}">
      <dgm:prSet/>
      <dgm:spPr/>
      <dgm:t>
        <a:bodyPr/>
        <a:lstStyle/>
        <a:p>
          <a:endParaRPr lang="en-US"/>
        </a:p>
      </dgm:t>
    </dgm:pt>
    <dgm:pt modelId="{F781A022-F8FE-4DB6-B77D-3B1EAC4C4145}" type="sibTrans" cxnId="{D86F5F88-464E-4E80-899C-F96829C23D4E}">
      <dgm:prSet/>
      <dgm:spPr/>
      <dgm:t>
        <a:bodyPr/>
        <a:lstStyle/>
        <a:p>
          <a:endParaRPr lang="en-US"/>
        </a:p>
      </dgm:t>
    </dgm:pt>
    <dgm:pt modelId="{EBBF1BF2-AEF7-461D-9E4A-DB1E0F1292A6}">
      <dgm:prSet/>
      <dgm:spPr/>
      <dgm:t>
        <a:bodyPr/>
        <a:lstStyle/>
        <a:p>
          <a:r>
            <a:rPr lang="en-US" baseline="0"/>
            <a:t>• NLP Model using TF-IDF + SVM for text prediction.</a:t>
          </a:r>
          <a:endParaRPr lang="en-US"/>
        </a:p>
      </dgm:t>
    </dgm:pt>
    <dgm:pt modelId="{4DAB8E8B-FE2D-4A75-A48B-4C5B369D655D}" type="parTrans" cxnId="{D0A1B6D1-3A00-4184-A5AE-B770D15E2879}">
      <dgm:prSet/>
      <dgm:spPr/>
      <dgm:t>
        <a:bodyPr/>
        <a:lstStyle/>
        <a:p>
          <a:endParaRPr lang="en-US"/>
        </a:p>
      </dgm:t>
    </dgm:pt>
    <dgm:pt modelId="{29804369-411E-491C-AFC9-E7EFF448D3EF}" type="sibTrans" cxnId="{D0A1B6D1-3A00-4184-A5AE-B770D15E2879}">
      <dgm:prSet/>
      <dgm:spPr/>
      <dgm:t>
        <a:bodyPr/>
        <a:lstStyle/>
        <a:p>
          <a:endParaRPr lang="en-US"/>
        </a:p>
      </dgm:t>
    </dgm:pt>
    <dgm:pt modelId="{850F89BB-95AA-4B17-8395-6A63B6683BE3}">
      <dgm:prSet/>
      <dgm:spPr/>
      <dgm:t>
        <a:bodyPr/>
        <a:lstStyle/>
        <a:p>
          <a:r>
            <a:rPr lang="en-US" baseline="0"/>
            <a:t>• Model evaluation using accuracy &amp; classification report.</a:t>
          </a:r>
          <a:endParaRPr lang="en-US"/>
        </a:p>
      </dgm:t>
    </dgm:pt>
    <dgm:pt modelId="{4E3A9017-812E-4BF6-83F0-D60BF466262E}" type="parTrans" cxnId="{30C7135D-D2A8-41FA-90FA-819D98EA7BC6}">
      <dgm:prSet/>
      <dgm:spPr/>
      <dgm:t>
        <a:bodyPr/>
        <a:lstStyle/>
        <a:p>
          <a:endParaRPr lang="en-US"/>
        </a:p>
      </dgm:t>
    </dgm:pt>
    <dgm:pt modelId="{22315D9F-C002-4B3A-9913-AD4D5AB38B15}" type="sibTrans" cxnId="{30C7135D-D2A8-41FA-90FA-819D98EA7BC6}">
      <dgm:prSet/>
      <dgm:spPr/>
      <dgm:t>
        <a:bodyPr/>
        <a:lstStyle/>
        <a:p>
          <a:endParaRPr lang="en-US"/>
        </a:p>
      </dgm:t>
    </dgm:pt>
    <dgm:pt modelId="{96320203-1998-4057-ACED-46CB7525A590}" type="pres">
      <dgm:prSet presAssocID="{8EC84335-BCE0-4556-900E-73B2BD9C7BA1}" presName="root" presStyleCnt="0">
        <dgm:presLayoutVars>
          <dgm:dir/>
          <dgm:resizeHandles val="exact"/>
        </dgm:presLayoutVars>
      </dgm:prSet>
      <dgm:spPr/>
    </dgm:pt>
    <dgm:pt modelId="{99479C94-24E8-4C7F-A8B2-4283CC514344}" type="pres">
      <dgm:prSet presAssocID="{DDE1178E-93E7-4AAD-BE50-F1C9F860AE58}" presName="compNode" presStyleCnt="0"/>
      <dgm:spPr/>
    </dgm:pt>
    <dgm:pt modelId="{585EB300-6375-4208-8F3E-7688B773F782}" type="pres">
      <dgm:prSet presAssocID="{DDE1178E-93E7-4AAD-BE50-F1C9F860AE58}" presName="bgRect" presStyleLbl="bgShp" presStyleIdx="0" presStyleCnt="5"/>
      <dgm:spPr/>
    </dgm:pt>
    <dgm:pt modelId="{45B10AAE-421F-435C-BCA6-26FC27287B3F}" type="pres">
      <dgm:prSet presAssocID="{DDE1178E-93E7-4AAD-BE50-F1C9F860AE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78CF33B-7A80-454D-8BF2-E03CCFE6179A}" type="pres">
      <dgm:prSet presAssocID="{DDE1178E-93E7-4AAD-BE50-F1C9F860AE58}" presName="spaceRect" presStyleCnt="0"/>
      <dgm:spPr/>
    </dgm:pt>
    <dgm:pt modelId="{4694F80E-F1E3-4568-9DAF-4645999BCA21}" type="pres">
      <dgm:prSet presAssocID="{DDE1178E-93E7-4AAD-BE50-F1C9F860AE58}" presName="parTx" presStyleLbl="revTx" presStyleIdx="0" presStyleCnt="5">
        <dgm:presLayoutVars>
          <dgm:chMax val="0"/>
          <dgm:chPref val="0"/>
        </dgm:presLayoutVars>
      </dgm:prSet>
      <dgm:spPr/>
    </dgm:pt>
    <dgm:pt modelId="{9424F9CB-14E1-4459-8234-71797619518A}" type="pres">
      <dgm:prSet presAssocID="{A40AD898-AFFC-4756-B7AD-144585F8F9DF}" presName="sibTrans" presStyleCnt="0"/>
      <dgm:spPr/>
    </dgm:pt>
    <dgm:pt modelId="{F91F1254-69E6-4C11-A39D-4046A8B7E7C1}" type="pres">
      <dgm:prSet presAssocID="{33A59F68-62DA-471C-9E54-97D40511DBB8}" presName="compNode" presStyleCnt="0"/>
      <dgm:spPr/>
    </dgm:pt>
    <dgm:pt modelId="{9E63F217-F40A-463C-8F55-1E1BEEA0B6E9}" type="pres">
      <dgm:prSet presAssocID="{33A59F68-62DA-471C-9E54-97D40511DBB8}" presName="bgRect" presStyleLbl="bgShp" presStyleIdx="1" presStyleCnt="5"/>
      <dgm:spPr/>
    </dgm:pt>
    <dgm:pt modelId="{101BE6D7-D2E6-4B14-A128-94B7091A64AE}" type="pres">
      <dgm:prSet presAssocID="{33A59F68-62DA-471C-9E54-97D40511DBB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E00837EB-8137-435F-B371-E7D66A2EA3CD}" type="pres">
      <dgm:prSet presAssocID="{33A59F68-62DA-471C-9E54-97D40511DBB8}" presName="spaceRect" presStyleCnt="0"/>
      <dgm:spPr/>
    </dgm:pt>
    <dgm:pt modelId="{7D1DA722-A3A6-4975-92D4-83A3A87DD736}" type="pres">
      <dgm:prSet presAssocID="{33A59F68-62DA-471C-9E54-97D40511DBB8}" presName="parTx" presStyleLbl="revTx" presStyleIdx="1" presStyleCnt="5">
        <dgm:presLayoutVars>
          <dgm:chMax val="0"/>
          <dgm:chPref val="0"/>
        </dgm:presLayoutVars>
      </dgm:prSet>
      <dgm:spPr/>
    </dgm:pt>
    <dgm:pt modelId="{8A301DAE-0212-4185-9FB4-BFCB79656B51}" type="pres">
      <dgm:prSet presAssocID="{C16BCDCA-586A-4EF1-B301-EBAFDB770B25}" presName="sibTrans" presStyleCnt="0"/>
      <dgm:spPr/>
    </dgm:pt>
    <dgm:pt modelId="{2568D500-AE64-44B5-AE9C-EA4BF0D3CEBF}" type="pres">
      <dgm:prSet presAssocID="{3E2F5799-0273-4402-A1C6-9E2A4947F5B1}" presName="compNode" presStyleCnt="0"/>
      <dgm:spPr/>
    </dgm:pt>
    <dgm:pt modelId="{49879283-F78D-4A38-A08F-E579F0D1680F}" type="pres">
      <dgm:prSet presAssocID="{3E2F5799-0273-4402-A1C6-9E2A4947F5B1}" presName="bgRect" presStyleLbl="bgShp" presStyleIdx="2" presStyleCnt="5"/>
      <dgm:spPr/>
    </dgm:pt>
    <dgm:pt modelId="{8E1B4149-1828-4FD2-9C7B-816A00443570}" type="pres">
      <dgm:prSet presAssocID="{3E2F5799-0273-4402-A1C6-9E2A4947F5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93DE6376-1912-4B92-8FA6-A8BF221729FD}" type="pres">
      <dgm:prSet presAssocID="{3E2F5799-0273-4402-A1C6-9E2A4947F5B1}" presName="spaceRect" presStyleCnt="0"/>
      <dgm:spPr/>
    </dgm:pt>
    <dgm:pt modelId="{ABCA9A06-01DF-41B3-B9FB-C3D50D8B760E}" type="pres">
      <dgm:prSet presAssocID="{3E2F5799-0273-4402-A1C6-9E2A4947F5B1}" presName="parTx" presStyleLbl="revTx" presStyleIdx="2" presStyleCnt="5">
        <dgm:presLayoutVars>
          <dgm:chMax val="0"/>
          <dgm:chPref val="0"/>
        </dgm:presLayoutVars>
      </dgm:prSet>
      <dgm:spPr/>
    </dgm:pt>
    <dgm:pt modelId="{FBDD8CA2-5B46-4814-BA6F-A92E81F981CD}" type="pres">
      <dgm:prSet presAssocID="{F781A022-F8FE-4DB6-B77D-3B1EAC4C4145}" presName="sibTrans" presStyleCnt="0"/>
      <dgm:spPr/>
    </dgm:pt>
    <dgm:pt modelId="{573A2602-F5A2-4E6E-A1CE-B8C228A3C3D3}" type="pres">
      <dgm:prSet presAssocID="{EBBF1BF2-AEF7-461D-9E4A-DB1E0F1292A6}" presName="compNode" presStyleCnt="0"/>
      <dgm:spPr/>
    </dgm:pt>
    <dgm:pt modelId="{47351207-4EC8-4F27-AA47-F4D1DF1B6C1A}" type="pres">
      <dgm:prSet presAssocID="{EBBF1BF2-AEF7-461D-9E4A-DB1E0F1292A6}" presName="bgRect" presStyleLbl="bgShp" presStyleIdx="3" presStyleCnt="5"/>
      <dgm:spPr/>
    </dgm:pt>
    <dgm:pt modelId="{D8A95820-298E-43B6-99D2-DEF4077A1047}" type="pres">
      <dgm:prSet presAssocID="{EBBF1BF2-AEF7-461D-9E4A-DB1E0F1292A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C364FFD-6420-4060-BB9A-44BE8E6A344A}" type="pres">
      <dgm:prSet presAssocID="{EBBF1BF2-AEF7-461D-9E4A-DB1E0F1292A6}" presName="spaceRect" presStyleCnt="0"/>
      <dgm:spPr/>
    </dgm:pt>
    <dgm:pt modelId="{FCEAAA83-CB27-4C70-AAAD-A5DEA046CE16}" type="pres">
      <dgm:prSet presAssocID="{EBBF1BF2-AEF7-461D-9E4A-DB1E0F1292A6}" presName="parTx" presStyleLbl="revTx" presStyleIdx="3" presStyleCnt="5">
        <dgm:presLayoutVars>
          <dgm:chMax val="0"/>
          <dgm:chPref val="0"/>
        </dgm:presLayoutVars>
      </dgm:prSet>
      <dgm:spPr/>
    </dgm:pt>
    <dgm:pt modelId="{39E78BF2-C8D4-4A45-AEB9-571CD4BD8A76}" type="pres">
      <dgm:prSet presAssocID="{29804369-411E-491C-AFC9-E7EFF448D3EF}" presName="sibTrans" presStyleCnt="0"/>
      <dgm:spPr/>
    </dgm:pt>
    <dgm:pt modelId="{05B15436-63D5-451C-B6B0-6D74F42781A1}" type="pres">
      <dgm:prSet presAssocID="{850F89BB-95AA-4B17-8395-6A63B6683BE3}" presName="compNode" presStyleCnt="0"/>
      <dgm:spPr/>
    </dgm:pt>
    <dgm:pt modelId="{4FAF4B14-FB61-432C-B72C-236A1FEA8F4D}" type="pres">
      <dgm:prSet presAssocID="{850F89BB-95AA-4B17-8395-6A63B6683BE3}" presName="bgRect" presStyleLbl="bgShp" presStyleIdx="4" presStyleCnt="5"/>
      <dgm:spPr/>
    </dgm:pt>
    <dgm:pt modelId="{47B0C64F-EA7A-4A82-B9EF-EA8FCA72153E}" type="pres">
      <dgm:prSet presAssocID="{850F89BB-95AA-4B17-8395-6A63B6683BE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52FE0521-C9A4-4600-880E-DB3C902A098B}" type="pres">
      <dgm:prSet presAssocID="{850F89BB-95AA-4B17-8395-6A63B6683BE3}" presName="spaceRect" presStyleCnt="0"/>
      <dgm:spPr/>
    </dgm:pt>
    <dgm:pt modelId="{9F0FD312-B4F1-416C-9BCE-846CFB7232E5}" type="pres">
      <dgm:prSet presAssocID="{850F89BB-95AA-4B17-8395-6A63B6683BE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6C58306-8845-4170-A833-0C4ED438B8B8}" type="presOf" srcId="{8EC84335-BCE0-4556-900E-73B2BD9C7BA1}" destId="{96320203-1998-4057-ACED-46CB7525A590}" srcOrd="0" destOrd="0" presId="urn:microsoft.com/office/officeart/2018/2/layout/IconVerticalSolidList"/>
    <dgm:cxn modelId="{54369627-7413-4E85-9AD7-2110C497BEE9}" type="presOf" srcId="{3E2F5799-0273-4402-A1C6-9E2A4947F5B1}" destId="{ABCA9A06-01DF-41B3-B9FB-C3D50D8B760E}" srcOrd="0" destOrd="0" presId="urn:microsoft.com/office/officeart/2018/2/layout/IconVerticalSolidList"/>
    <dgm:cxn modelId="{30C7135D-D2A8-41FA-90FA-819D98EA7BC6}" srcId="{8EC84335-BCE0-4556-900E-73B2BD9C7BA1}" destId="{850F89BB-95AA-4B17-8395-6A63B6683BE3}" srcOrd="4" destOrd="0" parTransId="{4E3A9017-812E-4BF6-83F0-D60BF466262E}" sibTransId="{22315D9F-C002-4B3A-9913-AD4D5AB38B15}"/>
    <dgm:cxn modelId="{09207C77-0249-44CE-BAEC-050509E3BB7C}" srcId="{8EC84335-BCE0-4556-900E-73B2BD9C7BA1}" destId="{33A59F68-62DA-471C-9E54-97D40511DBB8}" srcOrd="1" destOrd="0" parTransId="{A4EFEA63-CAD6-4D6D-8957-CC7DA72368DC}" sibTransId="{C16BCDCA-586A-4EF1-B301-EBAFDB770B25}"/>
    <dgm:cxn modelId="{B47F0982-16CF-4138-B6FE-4202841C357D}" type="presOf" srcId="{DDE1178E-93E7-4AAD-BE50-F1C9F860AE58}" destId="{4694F80E-F1E3-4568-9DAF-4645999BCA21}" srcOrd="0" destOrd="0" presId="urn:microsoft.com/office/officeart/2018/2/layout/IconVerticalSolidList"/>
    <dgm:cxn modelId="{D86F5F88-464E-4E80-899C-F96829C23D4E}" srcId="{8EC84335-BCE0-4556-900E-73B2BD9C7BA1}" destId="{3E2F5799-0273-4402-A1C6-9E2A4947F5B1}" srcOrd="2" destOrd="0" parTransId="{E06688A6-760C-4CA6-889B-655DC647FE51}" sibTransId="{F781A022-F8FE-4DB6-B77D-3B1EAC4C4145}"/>
    <dgm:cxn modelId="{A4DFFF93-8E54-4C36-A86E-84DC91900790}" type="presOf" srcId="{EBBF1BF2-AEF7-461D-9E4A-DB1E0F1292A6}" destId="{FCEAAA83-CB27-4C70-AAAD-A5DEA046CE16}" srcOrd="0" destOrd="0" presId="urn:microsoft.com/office/officeart/2018/2/layout/IconVerticalSolidList"/>
    <dgm:cxn modelId="{D67C599E-B51E-4BB5-A6F4-C0B3B9FE3DD1}" srcId="{8EC84335-BCE0-4556-900E-73B2BD9C7BA1}" destId="{DDE1178E-93E7-4AAD-BE50-F1C9F860AE58}" srcOrd="0" destOrd="0" parTransId="{30089391-E421-4A57-9B3B-D26C9A45CD1A}" sibTransId="{A40AD898-AFFC-4756-B7AD-144585F8F9DF}"/>
    <dgm:cxn modelId="{49BA3EBB-30C2-4642-96B5-626A76AD25DB}" type="presOf" srcId="{33A59F68-62DA-471C-9E54-97D40511DBB8}" destId="{7D1DA722-A3A6-4975-92D4-83A3A87DD736}" srcOrd="0" destOrd="0" presId="urn:microsoft.com/office/officeart/2018/2/layout/IconVerticalSolidList"/>
    <dgm:cxn modelId="{D0A1B6D1-3A00-4184-A5AE-B770D15E2879}" srcId="{8EC84335-BCE0-4556-900E-73B2BD9C7BA1}" destId="{EBBF1BF2-AEF7-461D-9E4A-DB1E0F1292A6}" srcOrd="3" destOrd="0" parTransId="{4DAB8E8B-FE2D-4A75-A48B-4C5B369D655D}" sibTransId="{29804369-411E-491C-AFC9-E7EFF448D3EF}"/>
    <dgm:cxn modelId="{45DA1BFF-A6D2-450D-BA84-1C92450814D5}" type="presOf" srcId="{850F89BB-95AA-4B17-8395-6A63B6683BE3}" destId="{9F0FD312-B4F1-416C-9BCE-846CFB7232E5}" srcOrd="0" destOrd="0" presId="urn:microsoft.com/office/officeart/2018/2/layout/IconVerticalSolidList"/>
    <dgm:cxn modelId="{A47D69BF-E883-4357-9D90-3E1233A885C2}" type="presParOf" srcId="{96320203-1998-4057-ACED-46CB7525A590}" destId="{99479C94-24E8-4C7F-A8B2-4283CC514344}" srcOrd="0" destOrd="0" presId="urn:microsoft.com/office/officeart/2018/2/layout/IconVerticalSolidList"/>
    <dgm:cxn modelId="{2E0FC506-A0D2-4E7C-9316-4647B2E94F13}" type="presParOf" srcId="{99479C94-24E8-4C7F-A8B2-4283CC514344}" destId="{585EB300-6375-4208-8F3E-7688B773F782}" srcOrd="0" destOrd="0" presId="urn:microsoft.com/office/officeart/2018/2/layout/IconVerticalSolidList"/>
    <dgm:cxn modelId="{9E128155-1F50-4E5D-B90F-1BFFCF08A168}" type="presParOf" srcId="{99479C94-24E8-4C7F-A8B2-4283CC514344}" destId="{45B10AAE-421F-435C-BCA6-26FC27287B3F}" srcOrd="1" destOrd="0" presId="urn:microsoft.com/office/officeart/2018/2/layout/IconVerticalSolidList"/>
    <dgm:cxn modelId="{DFC06E19-18E6-4537-BB7A-D475B295BA04}" type="presParOf" srcId="{99479C94-24E8-4C7F-A8B2-4283CC514344}" destId="{578CF33B-7A80-454D-8BF2-E03CCFE6179A}" srcOrd="2" destOrd="0" presId="urn:microsoft.com/office/officeart/2018/2/layout/IconVerticalSolidList"/>
    <dgm:cxn modelId="{3DE40222-51E8-4D91-B0E7-273B705921BE}" type="presParOf" srcId="{99479C94-24E8-4C7F-A8B2-4283CC514344}" destId="{4694F80E-F1E3-4568-9DAF-4645999BCA21}" srcOrd="3" destOrd="0" presId="urn:microsoft.com/office/officeart/2018/2/layout/IconVerticalSolidList"/>
    <dgm:cxn modelId="{13F76FF8-B5CE-493E-A3CD-9C5D4EE5934D}" type="presParOf" srcId="{96320203-1998-4057-ACED-46CB7525A590}" destId="{9424F9CB-14E1-4459-8234-71797619518A}" srcOrd="1" destOrd="0" presId="urn:microsoft.com/office/officeart/2018/2/layout/IconVerticalSolidList"/>
    <dgm:cxn modelId="{2BEBE550-4868-41B3-9576-C6C487E7B279}" type="presParOf" srcId="{96320203-1998-4057-ACED-46CB7525A590}" destId="{F91F1254-69E6-4C11-A39D-4046A8B7E7C1}" srcOrd="2" destOrd="0" presId="urn:microsoft.com/office/officeart/2018/2/layout/IconVerticalSolidList"/>
    <dgm:cxn modelId="{94338218-D861-4D0B-9031-A0754C610610}" type="presParOf" srcId="{F91F1254-69E6-4C11-A39D-4046A8B7E7C1}" destId="{9E63F217-F40A-463C-8F55-1E1BEEA0B6E9}" srcOrd="0" destOrd="0" presId="urn:microsoft.com/office/officeart/2018/2/layout/IconVerticalSolidList"/>
    <dgm:cxn modelId="{761D7D8F-CCBA-42B2-B356-CB31FA9CBC6D}" type="presParOf" srcId="{F91F1254-69E6-4C11-A39D-4046A8B7E7C1}" destId="{101BE6D7-D2E6-4B14-A128-94B7091A64AE}" srcOrd="1" destOrd="0" presId="urn:microsoft.com/office/officeart/2018/2/layout/IconVerticalSolidList"/>
    <dgm:cxn modelId="{AAD2E217-3A23-4DBF-9460-F95F3DBB49D2}" type="presParOf" srcId="{F91F1254-69E6-4C11-A39D-4046A8B7E7C1}" destId="{E00837EB-8137-435F-B371-E7D66A2EA3CD}" srcOrd="2" destOrd="0" presId="urn:microsoft.com/office/officeart/2018/2/layout/IconVerticalSolidList"/>
    <dgm:cxn modelId="{605D3FB6-0CB1-4652-9521-C4DC003FA5A6}" type="presParOf" srcId="{F91F1254-69E6-4C11-A39D-4046A8B7E7C1}" destId="{7D1DA722-A3A6-4975-92D4-83A3A87DD736}" srcOrd="3" destOrd="0" presId="urn:microsoft.com/office/officeart/2018/2/layout/IconVerticalSolidList"/>
    <dgm:cxn modelId="{D83EF413-83F2-494F-A511-64B98657A49E}" type="presParOf" srcId="{96320203-1998-4057-ACED-46CB7525A590}" destId="{8A301DAE-0212-4185-9FB4-BFCB79656B51}" srcOrd="3" destOrd="0" presId="urn:microsoft.com/office/officeart/2018/2/layout/IconVerticalSolidList"/>
    <dgm:cxn modelId="{20200FC7-2493-4424-B7B5-DC4D196B6B94}" type="presParOf" srcId="{96320203-1998-4057-ACED-46CB7525A590}" destId="{2568D500-AE64-44B5-AE9C-EA4BF0D3CEBF}" srcOrd="4" destOrd="0" presId="urn:microsoft.com/office/officeart/2018/2/layout/IconVerticalSolidList"/>
    <dgm:cxn modelId="{46E8D7C8-5A2B-4480-9785-33C3FDBBCB72}" type="presParOf" srcId="{2568D500-AE64-44B5-AE9C-EA4BF0D3CEBF}" destId="{49879283-F78D-4A38-A08F-E579F0D1680F}" srcOrd="0" destOrd="0" presId="urn:microsoft.com/office/officeart/2018/2/layout/IconVerticalSolidList"/>
    <dgm:cxn modelId="{2B760FFD-4D28-40A8-9ACA-BF6507B3DC5B}" type="presParOf" srcId="{2568D500-AE64-44B5-AE9C-EA4BF0D3CEBF}" destId="{8E1B4149-1828-4FD2-9C7B-816A00443570}" srcOrd="1" destOrd="0" presId="urn:microsoft.com/office/officeart/2018/2/layout/IconVerticalSolidList"/>
    <dgm:cxn modelId="{5DB9BE7D-C68B-44CE-8032-473FCD7B4B67}" type="presParOf" srcId="{2568D500-AE64-44B5-AE9C-EA4BF0D3CEBF}" destId="{93DE6376-1912-4B92-8FA6-A8BF221729FD}" srcOrd="2" destOrd="0" presId="urn:microsoft.com/office/officeart/2018/2/layout/IconVerticalSolidList"/>
    <dgm:cxn modelId="{B0BAEFFB-ED66-4F1D-9A85-644649144DE5}" type="presParOf" srcId="{2568D500-AE64-44B5-AE9C-EA4BF0D3CEBF}" destId="{ABCA9A06-01DF-41B3-B9FB-C3D50D8B760E}" srcOrd="3" destOrd="0" presId="urn:microsoft.com/office/officeart/2018/2/layout/IconVerticalSolidList"/>
    <dgm:cxn modelId="{7C7BCF57-A6A8-48E5-816D-335036728307}" type="presParOf" srcId="{96320203-1998-4057-ACED-46CB7525A590}" destId="{FBDD8CA2-5B46-4814-BA6F-A92E81F981CD}" srcOrd="5" destOrd="0" presId="urn:microsoft.com/office/officeart/2018/2/layout/IconVerticalSolidList"/>
    <dgm:cxn modelId="{EB7F1EFB-D588-45DD-8C8E-D3F114F1E9AC}" type="presParOf" srcId="{96320203-1998-4057-ACED-46CB7525A590}" destId="{573A2602-F5A2-4E6E-A1CE-B8C228A3C3D3}" srcOrd="6" destOrd="0" presId="urn:microsoft.com/office/officeart/2018/2/layout/IconVerticalSolidList"/>
    <dgm:cxn modelId="{E9886A1F-EF23-42CF-90A5-5806891FACB8}" type="presParOf" srcId="{573A2602-F5A2-4E6E-A1CE-B8C228A3C3D3}" destId="{47351207-4EC8-4F27-AA47-F4D1DF1B6C1A}" srcOrd="0" destOrd="0" presId="urn:microsoft.com/office/officeart/2018/2/layout/IconVerticalSolidList"/>
    <dgm:cxn modelId="{3985E913-E704-4541-9E80-4D6E6707A4A0}" type="presParOf" srcId="{573A2602-F5A2-4E6E-A1CE-B8C228A3C3D3}" destId="{D8A95820-298E-43B6-99D2-DEF4077A1047}" srcOrd="1" destOrd="0" presId="urn:microsoft.com/office/officeart/2018/2/layout/IconVerticalSolidList"/>
    <dgm:cxn modelId="{4B394008-D241-4A24-83A4-B175214F109F}" type="presParOf" srcId="{573A2602-F5A2-4E6E-A1CE-B8C228A3C3D3}" destId="{EC364FFD-6420-4060-BB9A-44BE8E6A344A}" srcOrd="2" destOrd="0" presId="urn:microsoft.com/office/officeart/2018/2/layout/IconVerticalSolidList"/>
    <dgm:cxn modelId="{251B52EF-13A3-4473-AB38-9FB17961F389}" type="presParOf" srcId="{573A2602-F5A2-4E6E-A1CE-B8C228A3C3D3}" destId="{FCEAAA83-CB27-4C70-AAAD-A5DEA046CE16}" srcOrd="3" destOrd="0" presId="urn:microsoft.com/office/officeart/2018/2/layout/IconVerticalSolidList"/>
    <dgm:cxn modelId="{1C22C1C2-6714-4EAD-AF73-A80B54FC4A9E}" type="presParOf" srcId="{96320203-1998-4057-ACED-46CB7525A590}" destId="{39E78BF2-C8D4-4A45-AEB9-571CD4BD8A76}" srcOrd="7" destOrd="0" presId="urn:microsoft.com/office/officeart/2018/2/layout/IconVerticalSolidList"/>
    <dgm:cxn modelId="{9ECECC9A-FFB0-4240-9FAD-52624F3DDE44}" type="presParOf" srcId="{96320203-1998-4057-ACED-46CB7525A590}" destId="{05B15436-63D5-451C-B6B0-6D74F42781A1}" srcOrd="8" destOrd="0" presId="urn:microsoft.com/office/officeart/2018/2/layout/IconVerticalSolidList"/>
    <dgm:cxn modelId="{176DCF83-897F-4E43-A299-A2279C7DFF2F}" type="presParOf" srcId="{05B15436-63D5-451C-B6B0-6D74F42781A1}" destId="{4FAF4B14-FB61-432C-B72C-236A1FEA8F4D}" srcOrd="0" destOrd="0" presId="urn:microsoft.com/office/officeart/2018/2/layout/IconVerticalSolidList"/>
    <dgm:cxn modelId="{77B02952-3872-4F86-9E81-1808A1C0FB32}" type="presParOf" srcId="{05B15436-63D5-451C-B6B0-6D74F42781A1}" destId="{47B0C64F-EA7A-4A82-B9EF-EA8FCA72153E}" srcOrd="1" destOrd="0" presId="urn:microsoft.com/office/officeart/2018/2/layout/IconVerticalSolidList"/>
    <dgm:cxn modelId="{CBFC766F-F525-462D-BA81-E480B8E37B8C}" type="presParOf" srcId="{05B15436-63D5-451C-B6B0-6D74F42781A1}" destId="{52FE0521-C9A4-4600-880E-DB3C902A098B}" srcOrd="2" destOrd="0" presId="urn:microsoft.com/office/officeart/2018/2/layout/IconVerticalSolidList"/>
    <dgm:cxn modelId="{51C207B4-1F84-4610-88B9-CF65B5C3A47F}" type="presParOf" srcId="{05B15436-63D5-451C-B6B0-6D74F42781A1}" destId="{9F0FD312-B4F1-416C-9BCE-846CFB7232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9718D-6EEA-EC4F-9FAE-E7A4A5F4963B}">
      <dsp:nvSpPr>
        <dsp:cNvPr id="0" name=""/>
        <dsp:cNvSpPr/>
      </dsp:nvSpPr>
      <dsp:spPr>
        <a:xfrm>
          <a:off x="0" y="86525"/>
          <a:ext cx="4172567" cy="417256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4B65297-245E-7749-9C78-9EFD502B53F2}">
      <dsp:nvSpPr>
        <dsp:cNvPr id="0" name=""/>
        <dsp:cNvSpPr/>
      </dsp:nvSpPr>
      <dsp:spPr>
        <a:xfrm>
          <a:off x="396393" y="482919"/>
          <a:ext cx="1627301" cy="16273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• Objective: Analyze customer support tickets to extract insights and build ML models.</a:t>
          </a:r>
          <a:endParaRPr lang="en-US" sz="1500" kern="1200"/>
        </a:p>
      </dsp:txBody>
      <dsp:txXfrm>
        <a:off x="475831" y="562357"/>
        <a:ext cx="1468425" cy="1468425"/>
      </dsp:txXfrm>
    </dsp:sp>
    <dsp:sp modelId="{355FB1D1-A01B-E24F-9EB4-CF2C4997ABD0}">
      <dsp:nvSpPr>
        <dsp:cNvPr id="0" name=""/>
        <dsp:cNvSpPr/>
      </dsp:nvSpPr>
      <dsp:spPr>
        <a:xfrm>
          <a:off x="2148872" y="482919"/>
          <a:ext cx="1627301" cy="16273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• Dataset: Customer support ticket CSV file.</a:t>
          </a:r>
          <a:endParaRPr lang="en-US" sz="1500" kern="1200"/>
        </a:p>
      </dsp:txBody>
      <dsp:txXfrm>
        <a:off x="2228310" y="562357"/>
        <a:ext cx="1468425" cy="1468425"/>
      </dsp:txXfrm>
    </dsp:sp>
    <dsp:sp modelId="{12B2C0BD-4522-9042-9C52-43E4C844B429}">
      <dsp:nvSpPr>
        <dsp:cNvPr id="0" name=""/>
        <dsp:cNvSpPr/>
      </dsp:nvSpPr>
      <dsp:spPr>
        <a:xfrm>
          <a:off x="396393" y="2235397"/>
          <a:ext cx="1627301" cy="16273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• Tools Used: Python, Pandas, Matplotlib, Seaborn, SQLite, ML Models.</a:t>
          </a:r>
          <a:endParaRPr lang="en-US" sz="1500" kern="1200"/>
        </a:p>
      </dsp:txBody>
      <dsp:txXfrm>
        <a:off x="475831" y="2314835"/>
        <a:ext cx="1468425" cy="1468425"/>
      </dsp:txXfrm>
    </dsp:sp>
    <dsp:sp modelId="{F26C486B-00E8-A04B-9570-7121D422DF8C}">
      <dsp:nvSpPr>
        <dsp:cNvPr id="0" name=""/>
        <dsp:cNvSpPr/>
      </dsp:nvSpPr>
      <dsp:spPr>
        <a:xfrm>
          <a:off x="2148872" y="2235397"/>
          <a:ext cx="1627301" cy="16273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• Deliverables: Cleaned data, EDA, SQL queries, ML models, dashboard mockup.</a:t>
          </a:r>
          <a:endParaRPr lang="en-US" sz="1500" kern="1200"/>
        </a:p>
      </dsp:txBody>
      <dsp:txXfrm>
        <a:off x="2228310" y="2314835"/>
        <a:ext cx="1468425" cy="14684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15B48-0817-F344-893E-2CC6B410F359}">
      <dsp:nvSpPr>
        <dsp:cNvPr id="0" name=""/>
        <dsp:cNvSpPr/>
      </dsp:nvSpPr>
      <dsp:spPr>
        <a:xfrm>
          <a:off x="0" y="349949"/>
          <a:ext cx="417256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D5D90-0535-D647-BC0C-5C186CD6ED1F}">
      <dsp:nvSpPr>
        <dsp:cNvPr id="0" name=""/>
        <dsp:cNvSpPr/>
      </dsp:nvSpPr>
      <dsp:spPr>
        <a:xfrm>
          <a:off x="208628" y="69509"/>
          <a:ext cx="2920796" cy="5608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399" tIns="0" rIns="11039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Handled missing values.</a:t>
          </a:r>
          <a:endParaRPr lang="en-US" sz="1900" kern="1200"/>
        </a:p>
      </dsp:txBody>
      <dsp:txXfrm>
        <a:off x="236008" y="96889"/>
        <a:ext cx="2866036" cy="506119"/>
      </dsp:txXfrm>
    </dsp:sp>
    <dsp:sp modelId="{103036F7-26BE-4245-8BA4-89AE7729935B}">
      <dsp:nvSpPr>
        <dsp:cNvPr id="0" name=""/>
        <dsp:cNvSpPr/>
      </dsp:nvSpPr>
      <dsp:spPr>
        <a:xfrm>
          <a:off x="0" y="1211789"/>
          <a:ext cx="417256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E6E27-A13E-4746-B052-EB4234D64F3E}">
      <dsp:nvSpPr>
        <dsp:cNvPr id="0" name=""/>
        <dsp:cNvSpPr/>
      </dsp:nvSpPr>
      <dsp:spPr>
        <a:xfrm>
          <a:off x="208628" y="931349"/>
          <a:ext cx="2920796" cy="56087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399" tIns="0" rIns="11039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Parsed date columns.</a:t>
          </a:r>
          <a:endParaRPr lang="en-US" sz="1900" kern="1200"/>
        </a:p>
      </dsp:txBody>
      <dsp:txXfrm>
        <a:off x="236008" y="958729"/>
        <a:ext cx="2866036" cy="506119"/>
      </dsp:txXfrm>
    </dsp:sp>
    <dsp:sp modelId="{A2EC9ABF-DA9C-CB44-84B5-C82207EC9F7A}">
      <dsp:nvSpPr>
        <dsp:cNvPr id="0" name=""/>
        <dsp:cNvSpPr/>
      </dsp:nvSpPr>
      <dsp:spPr>
        <a:xfrm>
          <a:off x="0" y="2073629"/>
          <a:ext cx="417256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043E0-6B36-C847-9B92-B40C88C646C0}">
      <dsp:nvSpPr>
        <dsp:cNvPr id="0" name=""/>
        <dsp:cNvSpPr/>
      </dsp:nvSpPr>
      <dsp:spPr>
        <a:xfrm>
          <a:off x="208628" y="1793189"/>
          <a:ext cx="2920796" cy="56087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399" tIns="0" rIns="11039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Cleaned text fields.</a:t>
          </a:r>
          <a:endParaRPr lang="en-US" sz="1900" kern="1200"/>
        </a:p>
      </dsp:txBody>
      <dsp:txXfrm>
        <a:off x="236008" y="1820569"/>
        <a:ext cx="2866036" cy="506119"/>
      </dsp:txXfrm>
    </dsp:sp>
    <dsp:sp modelId="{298A0626-AEFC-BC47-B5A1-C31D7D40867C}">
      <dsp:nvSpPr>
        <dsp:cNvPr id="0" name=""/>
        <dsp:cNvSpPr/>
      </dsp:nvSpPr>
      <dsp:spPr>
        <a:xfrm>
          <a:off x="0" y="2935469"/>
          <a:ext cx="417256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58E26-A2DC-4143-998F-A69328F636E4}">
      <dsp:nvSpPr>
        <dsp:cNvPr id="0" name=""/>
        <dsp:cNvSpPr/>
      </dsp:nvSpPr>
      <dsp:spPr>
        <a:xfrm>
          <a:off x="208628" y="2655029"/>
          <a:ext cx="2920796" cy="5608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399" tIns="0" rIns="11039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Encoded categorical columns.</a:t>
          </a:r>
          <a:endParaRPr lang="en-US" sz="1900" kern="1200"/>
        </a:p>
      </dsp:txBody>
      <dsp:txXfrm>
        <a:off x="236008" y="2682409"/>
        <a:ext cx="2866036" cy="506119"/>
      </dsp:txXfrm>
    </dsp:sp>
    <dsp:sp modelId="{9F73A829-3FD2-D944-81C6-795E24FEB033}">
      <dsp:nvSpPr>
        <dsp:cNvPr id="0" name=""/>
        <dsp:cNvSpPr/>
      </dsp:nvSpPr>
      <dsp:spPr>
        <a:xfrm>
          <a:off x="0" y="3797309"/>
          <a:ext cx="417256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FD2EE-63ED-3C4C-9AF6-FDA998703B10}">
      <dsp:nvSpPr>
        <dsp:cNvPr id="0" name=""/>
        <dsp:cNvSpPr/>
      </dsp:nvSpPr>
      <dsp:spPr>
        <a:xfrm>
          <a:off x="208628" y="3516868"/>
          <a:ext cx="2920796" cy="56087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399" tIns="0" rIns="11039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Created satisfaction binary target variable.</a:t>
          </a:r>
          <a:endParaRPr lang="en-US" sz="1900" kern="1200"/>
        </a:p>
      </dsp:txBody>
      <dsp:txXfrm>
        <a:off x="236008" y="3544248"/>
        <a:ext cx="2866036" cy="506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3102B-562B-744B-9844-98D7D668EBCA}">
      <dsp:nvSpPr>
        <dsp:cNvPr id="0" name=""/>
        <dsp:cNvSpPr/>
      </dsp:nvSpPr>
      <dsp:spPr>
        <a:xfrm>
          <a:off x="0" y="69220"/>
          <a:ext cx="5012532" cy="1054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baseline="0"/>
            <a:t>• Satisfaction rating distribution.</a:t>
          </a:r>
          <a:endParaRPr lang="en-US" sz="2900" kern="1200"/>
        </a:p>
      </dsp:txBody>
      <dsp:txXfrm>
        <a:off x="51475" y="120695"/>
        <a:ext cx="4909582" cy="951530"/>
      </dsp:txXfrm>
    </dsp:sp>
    <dsp:sp modelId="{7E16E11A-29FC-C54A-8995-5518CD8D9143}">
      <dsp:nvSpPr>
        <dsp:cNvPr id="0" name=""/>
        <dsp:cNvSpPr/>
      </dsp:nvSpPr>
      <dsp:spPr>
        <a:xfrm>
          <a:off x="0" y="1207221"/>
          <a:ext cx="5012532" cy="1054480"/>
        </a:xfrm>
        <a:prstGeom prst="roundRect">
          <a:avLst/>
        </a:prstGeom>
        <a:gradFill rotWithShape="0">
          <a:gsLst>
            <a:gs pos="0">
              <a:schemeClr val="accent2">
                <a:hueOff val="729760"/>
                <a:satOff val="6639"/>
                <a:lumOff val="196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729760"/>
                <a:satOff val="6639"/>
                <a:lumOff val="196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729760"/>
                <a:satOff val="6639"/>
                <a:lumOff val="196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baseline="0"/>
            <a:t>• Tickets by priority and channel.</a:t>
          </a:r>
          <a:endParaRPr lang="en-US" sz="2900" kern="1200"/>
        </a:p>
      </dsp:txBody>
      <dsp:txXfrm>
        <a:off x="51475" y="1258696"/>
        <a:ext cx="4909582" cy="951530"/>
      </dsp:txXfrm>
    </dsp:sp>
    <dsp:sp modelId="{730A35F0-4411-ED45-8F25-0B1A355B1748}">
      <dsp:nvSpPr>
        <dsp:cNvPr id="0" name=""/>
        <dsp:cNvSpPr/>
      </dsp:nvSpPr>
      <dsp:spPr>
        <a:xfrm>
          <a:off x="0" y="2345222"/>
          <a:ext cx="5012532" cy="1054480"/>
        </a:xfrm>
        <a:prstGeom prst="roundRect">
          <a:avLst/>
        </a:prstGeom>
        <a:gradFill rotWithShape="0">
          <a:gsLst>
            <a:gs pos="0">
              <a:schemeClr val="accent2">
                <a:hueOff val="1459520"/>
                <a:satOff val="13277"/>
                <a:lumOff val="39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1459520"/>
                <a:satOff val="13277"/>
                <a:lumOff val="39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1459520"/>
                <a:satOff val="13277"/>
                <a:lumOff val="39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baseline="0"/>
            <a:t>• Trends over time.</a:t>
          </a:r>
          <a:endParaRPr lang="en-US" sz="2900" kern="1200"/>
        </a:p>
      </dsp:txBody>
      <dsp:txXfrm>
        <a:off x="51475" y="2396697"/>
        <a:ext cx="4909582" cy="951530"/>
      </dsp:txXfrm>
    </dsp:sp>
    <dsp:sp modelId="{EFB222E1-4131-0F4A-8EA9-D1119B7BFA75}">
      <dsp:nvSpPr>
        <dsp:cNvPr id="0" name=""/>
        <dsp:cNvSpPr/>
      </dsp:nvSpPr>
      <dsp:spPr>
        <a:xfrm>
          <a:off x="0" y="3483223"/>
          <a:ext cx="5012532" cy="1054480"/>
        </a:xfrm>
        <a:prstGeom prst="roundRect">
          <a:avLst/>
        </a:prstGeom>
        <a:gradFill rotWithShape="0">
          <a:gsLst>
            <a:gs pos="0">
              <a:schemeClr val="accent2">
                <a:hueOff val="2189280"/>
                <a:satOff val="19916"/>
                <a:lumOff val="588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2189280"/>
                <a:satOff val="19916"/>
                <a:lumOff val="588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2189280"/>
                <a:satOff val="19916"/>
                <a:lumOff val="588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baseline="0"/>
            <a:t>• Top ticket subjects and patterns.</a:t>
          </a:r>
          <a:endParaRPr lang="en-US" sz="2900" kern="1200"/>
        </a:p>
      </dsp:txBody>
      <dsp:txXfrm>
        <a:off x="51475" y="3534698"/>
        <a:ext cx="4909582" cy="9515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EB300-6375-4208-8F3E-7688B773F782}">
      <dsp:nvSpPr>
        <dsp:cNvPr id="0" name=""/>
        <dsp:cNvSpPr/>
      </dsp:nvSpPr>
      <dsp:spPr>
        <a:xfrm>
          <a:off x="0" y="3599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10AAE-421F-435C-BCA6-26FC27287B3F}">
      <dsp:nvSpPr>
        <dsp:cNvPr id="0" name=""/>
        <dsp:cNvSpPr/>
      </dsp:nvSpPr>
      <dsp:spPr>
        <a:xfrm>
          <a:off x="231902" y="176088"/>
          <a:ext cx="421641" cy="4216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4F80E-F1E3-4568-9DAF-4645999BCA21}">
      <dsp:nvSpPr>
        <dsp:cNvPr id="0" name=""/>
        <dsp:cNvSpPr/>
      </dsp:nvSpPr>
      <dsp:spPr>
        <a:xfrm>
          <a:off x="885447" y="3599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Logistic Regression (Baseline).</a:t>
          </a:r>
          <a:endParaRPr lang="en-US" sz="1900" kern="1200"/>
        </a:p>
      </dsp:txBody>
      <dsp:txXfrm>
        <a:off x="885447" y="3599"/>
        <a:ext cx="4127084" cy="766621"/>
      </dsp:txXfrm>
    </dsp:sp>
    <dsp:sp modelId="{9E63F217-F40A-463C-8F55-1E1BEEA0B6E9}">
      <dsp:nvSpPr>
        <dsp:cNvPr id="0" name=""/>
        <dsp:cNvSpPr/>
      </dsp:nvSpPr>
      <dsp:spPr>
        <a:xfrm>
          <a:off x="0" y="961875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BE6D7-D2E6-4B14-A128-94B7091A64AE}">
      <dsp:nvSpPr>
        <dsp:cNvPr id="0" name=""/>
        <dsp:cNvSpPr/>
      </dsp:nvSpPr>
      <dsp:spPr>
        <a:xfrm>
          <a:off x="231902" y="1134365"/>
          <a:ext cx="421641" cy="4216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DA722-A3A6-4975-92D4-83A3A87DD736}">
      <dsp:nvSpPr>
        <dsp:cNvPr id="0" name=""/>
        <dsp:cNvSpPr/>
      </dsp:nvSpPr>
      <dsp:spPr>
        <a:xfrm>
          <a:off x="885447" y="961875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Random Forest (Improved accuracy).</a:t>
          </a:r>
          <a:endParaRPr lang="en-US" sz="1900" kern="1200"/>
        </a:p>
      </dsp:txBody>
      <dsp:txXfrm>
        <a:off x="885447" y="961875"/>
        <a:ext cx="4127084" cy="766621"/>
      </dsp:txXfrm>
    </dsp:sp>
    <dsp:sp modelId="{49879283-F78D-4A38-A08F-E579F0D1680F}">
      <dsp:nvSpPr>
        <dsp:cNvPr id="0" name=""/>
        <dsp:cNvSpPr/>
      </dsp:nvSpPr>
      <dsp:spPr>
        <a:xfrm>
          <a:off x="0" y="1920151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B4149-1828-4FD2-9C7B-816A00443570}">
      <dsp:nvSpPr>
        <dsp:cNvPr id="0" name=""/>
        <dsp:cNvSpPr/>
      </dsp:nvSpPr>
      <dsp:spPr>
        <a:xfrm>
          <a:off x="231902" y="2092641"/>
          <a:ext cx="421641" cy="4216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A9A06-01DF-41B3-B9FB-C3D50D8B760E}">
      <dsp:nvSpPr>
        <dsp:cNvPr id="0" name=""/>
        <dsp:cNvSpPr/>
      </dsp:nvSpPr>
      <dsp:spPr>
        <a:xfrm>
          <a:off x="885447" y="1920151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XGBoost (High-performance model).</a:t>
          </a:r>
          <a:endParaRPr lang="en-US" sz="1900" kern="1200"/>
        </a:p>
      </dsp:txBody>
      <dsp:txXfrm>
        <a:off x="885447" y="1920151"/>
        <a:ext cx="4127084" cy="766621"/>
      </dsp:txXfrm>
    </dsp:sp>
    <dsp:sp modelId="{47351207-4EC8-4F27-AA47-F4D1DF1B6C1A}">
      <dsp:nvSpPr>
        <dsp:cNvPr id="0" name=""/>
        <dsp:cNvSpPr/>
      </dsp:nvSpPr>
      <dsp:spPr>
        <a:xfrm>
          <a:off x="0" y="2878428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95820-298E-43B6-99D2-DEF4077A1047}">
      <dsp:nvSpPr>
        <dsp:cNvPr id="0" name=""/>
        <dsp:cNvSpPr/>
      </dsp:nvSpPr>
      <dsp:spPr>
        <a:xfrm>
          <a:off x="231902" y="3050918"/>
          <a:ext cx="421641" cy="4216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AAA83-CB27-4C70-AAAD-A5DEA046CE16}">
      <dsp:nvSpPr>
        <dsp:cNvPr id="0" name=""/>
        <dsp:cNvSpPr/>
      </dsp:nvSpPr>
      <dsp:spPr>
        <a:xfrm>
          <a:off x="885447" y="2878428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NLP Model using TF-IDF + SVM for text prediction.</a:t>
          </a:r>
          <a:endParaRPr lang="en-US" sz="1900" kern="1200"/>
        </a:p>
      </dsp:txBody>
      <dsp:txXfrm>
        <a:off x="885447" y="2878428"/>
        <a:ext cx="4127084" cy="766621"/>
      </dsp:txXfrm>
    </dsp:sp>
    <dsp:sp modelId="{4FAF4B14-FB61-432C-B72C-236A1FEA8F4D}">
      <dsp:nvSpPr>
        <dsp:cNvPr id="0" name=""/>
        <dsp:cNvSpPr/>
      </dsp:nvSpPr>
      <dsp:spPr>
        <a:xfrm>
          <a:off x="0" y="3836704"/>
          <a:ext cx="5012532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0C64F-EA7A-4A82-B9EF-EA8FCA72153E}">
      <dsp:nvSpPr>
        <dsp:cNvPr id="0" name=""/>
        <dsp:cNvSpPr/>
      </dsp:nvSpPr>
      <dsp:spPr>
        <a:xfrm>
          <a:off x="231902" y="4009194"/>
          <a:ext cx="421641" cy="4216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FD312-B4F1-416C-9BCE-846CFB7232E5}">
      <dsp:nvSpPr>
        <dsp:cNvPr id="0" name=""/>
        <dsp:cNvSpPr/>
      </dsp:nvSpPr>
      <dsp:spPr>
        <a:xfrm>
          <a:off x="885447" y="3836704"/>
          <a:ext cx="4127084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Model evaluation using accuracy &amp; classification report.</a:t>
          </a:r>
          <a:endParaRPr lang="en-US" sz="1900" kern="1200"/>
        </a:p>
      </dsp:txBody>
      <dsp:txXfrm>
        <a:off x="885447" y="3836704"/>
        <a:ext cx="4127084" cy="766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9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6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3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1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7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9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8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3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53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42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5638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84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17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61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49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9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54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50800" dist="25400" dir="4980000" algn="tl" rotWithShape="0">
              <a:srgbClr val="000000">
                <a:alpha val="3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26DDCA-6D09-4690-86AE-A65700C43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898" y="1346369"/>
            <a:ext cx="5168390" cy="2463629"/>
          </a:xfrm>
        </p:spPr>
        <p:txBody>
          <a:bodyPr>
            <a:normAutofit/>
          </a:bodyPr>
          <a:lstStyle/>
          <a:p>
            <a:r>
              <a:rPr lang="en-IN" sz="4400"/>
              <a:t>Customer Support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898" y="3886200"/>
            <a:ext cx="5168389" cy="1371599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End-to-End Data Analysis • ML Models • Insights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D94113-B99D-4827-8468-42C0869DD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8784" y="0"/>
            <a:ext cx="2045215" cy="6858000"/>
          </a:xfrm>
          <a:prstGeom prst="rect">
            <a:avLst/>
          </a:prstGeom>
          <a:ln>
            <a:noFill/>
          </a:ln>
          <a:effectLst>
            <a:outerShdw blurRad="88900" dist="254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97E19A-F48B-4D56-A949-3A826CF00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8784" y="0"/>
            <a:ext cx="2045216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B1C489-3520-454E-BCE4-DE06A472F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0" t="1120" r="54326" b="73832"/>
          <a:stretch/>
        </p:blipFill>
        <p:spPr>
          <a:xfrm>
            <a:off x="7098785" y="4417"/>
            <a:ext cx="1738843" cy="10868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CDFDB7-75F8-4CF5-A2D6-59A1D8623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0213"/>
          <a:stretch/>
        </p:blipFill>
        <p:spPr>
          <a:xfrm>
            <a:off x="7459132" y="3287359"/>
            <a:ext cx="1684868" cy="21976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EE895C-73D3-4A38-BD82-6A056D253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66" t="75007" r="30510"/>
          <a:stretch/>
        </p:blipFill>
        <p:spPr>
          <a:xfrm>
            <a:off x="7911445" y="2550437"/>
            <a:ext cx="1232555" cy="1003467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8FD3076-E852-4125-BBED-3FB31599F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40" t="81531" r="19879"/>
          <a:stretch/>
        </p:blipFill>
        <p:spPr>
          <a:xfrm>
            <a:off x="7098786" y="5597114"/>
            <a:ext cx="1017693" cy="1260885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F69CA3-A0C4-4B79-AF51-340E18798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DCA8DA-141B-4186-A061-75C17DCD5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00"/>
          <a:stretch/>
        </p:blipFill>
        <p:spPr>
          <a:xfrm>
            <a:off x="6099048" y="0"/>
            <a:ext cx="3044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5023" y="1314450"/>
            <a:ext cx="2133001" cy="3680244"/>
          </a:xfrm>
        </p:spPr>
        <p:txBody>
          <a:bodyPr>
            <a:normAutofit/>
          </a:bodyPr>
          <a:lstStyle/>
          <a:p>
            <a:pPr algn="l"/>
            <a:r>
              <a:rPr lang="en-IN" sz="3200"/>
              <a:t>Project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12CDF99-494D-24E8-B0DA-B12F2C8E4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42837"/>
              </p:ext>
            </p:extLst>
          </p:nvPr>
        </p:nvGraphicFramePr>
        <p:xfrm>
          <a:off x="961278" y="1270001"/>
          <a:ext cx="4172567" cy="4345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F69CA3-A0C4-4B79-AF51-340E18798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DCA8DA-141B-4186-A061-75C17DCD5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00"/>
          <a:stretch/>
        </p:blipFill>
        <p:spPr>
          <a:xfrm>
            <a:off x="6099048" y="0"/>
            <a:ext cx="3044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5023" y="1314450"/>
            <a:ext cx="2133001" cy="3680244"/>
          </a:xfrm>
        </p:spPr>
        <p:txBody>
          <a:bodyPr>
            <a:normAutofit/>
          </a:bodyPr>
          <a:lstStyle/>
          <a:p>
            <a:pPr algn="l"/>
            <a:r>
              <a:rPr lang="en-IN" sz="3500"/>
              <a:t>Data Cleaning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8DA207-8BB7-7387-2C01-098CA755A1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540284"/>
              </p:ext>
            </p:extLst>
          </p:nvPr>
        </p:nvGraphicFramePr>
        <p:xfrm>
          <a:off x="961278" y="1270001"/>
          <a:ext cx="4172567" cy="4345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05" y="1314450"/>
            <a:ext cx="2133002" cy="3680244"/>
          </a:xfrm>
        </p:spPr>
        <p:txBody>
          <a:bodyPr>
            <a:normAutofit/>
          </a:bodyPr>
          <a:lstStyle/>
          <a:p>
            <a:pPr algn="l"/>
            <a:r>
              <a:rPr lang="en-IN" sz="2400"/>
              <a:t>Exploratory Data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0EB5-E446-4E2E-9AEC-3FEEEE7A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0"/>
            <a:ext cx="6099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B3447-0A76-4E57-84A7-364FEBE4A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032794" y="5962903"/>
            <a:ext cx="19431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A89FB0-0456-71CE-21A7-31A884513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972893"/>
              </p:ext>
            </p:extLst>
          </p:nvPr>
        </p:nvGraphicFramePr>
        <p:xfrm>
          <a:off x="3445668" y="889000"/>
          <a:ext cx="5012532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2081EA-7107-46FA-A893-B15086A74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8889DF-D030-4BCD-9797-4BBD1986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3058" y="643468"/>
            <a:ext cx="2565611" cy="5130046"/>
          </a:xfrm>
        </p:spPr>
        <p:txBody>
          <a:bodyPr anchor="b">
            <a:normAutofit/>
          </a:bodyPr>
          <a:lstStyle/>
          <a:p>
            <a:pPr algn="l"/>
            <a:r>
              <a:rPr lang="en-IN" sz="3800">
                <a:solidFill>
                  <a:schemeClr val="tx1">
                    <a:lumMod val="75000"/>
                    <a:lumOff val="25000"/>
                  </a:schemeClr>
                </a:solidFill>
              </a:rP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643467"/>
            <a:ext cx="4965661" cy="5130046"/>
          </a:xfrm>
        </p:spPr>
        <p:txBody>
          <a:bodyPr anchor="ctr">
            <a:normAutofit/>
          </a:bodyPr>
          <a:lstStyle/>
          <a:p>
            <a:r>
              <a:t>• Loaded cleaned data into SQLite.</a:t>
            </a:r>
          </a:p>
          <a:p>
            <a:r>
              <a:t>• Executed SQL queries:</a:t>
            </a:r>
          </a:p>
          <a:p>
            <a:r>
              <a:t>   - Total tickets</a:t>
            </a:r>
          </a:p>
          <a:p>
            <a:r>
              <a:t>   - Tickets by channel</a:t>
            </a:r>
          </a:p>
          <a:p>
            <a:r>
              <a:t>   - Average customer age</a:t>
            </a:r>
          </a:p>
          <a:p>
            <a:r>
              <a:t>• Combined SQL + Python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05" y="1314450"/>
            <a:ext cx="2133002" cy="3680244"/>
          </a:xfrm>
        </p:spPr>
        <p:txBody>
          <a:bodyPr>
            <a:normAutofit/>
          </a:bodyPr>
          <a:lstStyle/>
          <a:p>
            <a:pPr algn="l"/>
            <a:r>
              <a:rPr lang="en-IN" sz="3500"/>
              <a:t>Machine Learning 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0EB5-E446-4E2E-9AEC-3FEEEE7A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1" y="0"/>
            <a:ext cx="60990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B3447-0A76-4E57-84A7-364FEBE4A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032794" y="5962903"/>
            <a:ext cx="19431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BABEF5-5D03-4B45-0224-2253682C8C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217031"/>
              </p:ext>
            </p:extLst>
          </p:nvPr>
        </p:nvGraphicFramePr>
        <p:xfrm>
          <a:off x="3445668" y="889000"/>
          <a:ext cx="5012532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585039-CDA7-4B76-B013-776F970D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38" y="0"/>
            <a:ext cx="913036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53D942-8031-42E8-88B4-E03A710E8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D07472-970F-49B5-8994-ADEAA3148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447800" cy="6858002"/>
          </a:xfrm>
          <a:prstGeom prst="rect">
            <a:avLst/>
          </a:prstGeom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869BAE-8EC0-4D16-ACB8-F0CBFDD90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24" t="71774" r="2564"/>
          <a:stretch/>
        </p:blipFill>
        <p:spPr>
          <a:xfrm>
            <a:off x="13638" y="4822361"/>
            <a:ext cx="1433926" cy="2035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24A7AE-FFF7-4F70-9AEA-01A5DFF77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96" t="75007" r="30510"/>
          <a:stretch/>
        </p:blipFill>
        <p:spPr>
          <a:xfrm>
            <a:off x="223391" y="5471958"/>
            <a:ext cx="667411" cy="638482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364" y="1950440"/>
            <a:ext cx="6324835" cy="3840760"/>
          </a:xfrm>
        </p:spPr>
        <p:txBody>
          <a:bodyPr anchor="ctr">
            <a:normAutofit/>
          </a:bodyPr>
          <a:lstStyle/>
          <a:p>
            <a:r>
              <a:rPr lang="en-IN"/>
              <a:t>• KPI Cards: Total Tickets, Satisfaction Rate, Response Time.</a:t>
            </a:r>
          </a:p>
          <a:p>
            <a:r>
              <a:rPr lang="en-IN"/>
              <a:t>• Line Chart: Ticket trends over time.</a:t>
            </a:r>
          </a:p>
          <a:p>
            <a:r>
              <a:rPr lang="en-IN"/>
              <a:t>• Donut/Bar Chart: Ticket distribution by channel.</a:t>
            </a:r>
          </a:p>
          <a:p>
            <a:r>
              <a:rPr lang="en-IN"/>
              <a:t>• Table: Top ticket subjects.</a:t>
            </a:r>
          </a:p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364" y="643467"/>
            <a:ext cx="6325304" cy="1306972"/>
          </a:xfrm>
        </p:spPr>
        <p:txBody>
          <a:bodyPr>
            <a:normAutofit/>
          </a:bodyPr>
          <a:lstStyle/>
          <a:p>
            <a:r>
              <a:rPr lang="en-IN" sz="3800"/>
              <a:t>Dashboard Mockup (PowerPoint)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3FEA489-1EA0-424C-97B8-08CD755AF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74DF7-8796-4B48-9F01-D080C2E7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/>
              <a:t>S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7FCF0A-437A-4E03-80EC-4F0D39919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964266"/>
          </a:xfrm>
          <a:prstGeom prst="rect">
            <a:avLst/>
          </a:prstGeom>
          <a:ln>
            <a:noFill/>
          </a:ln>
          <a:effectLst>
            <a:outerShdw blurRad="762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7EAC40-E194-4BA7-A0FC-83528638F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58"/>
          <a:stretch/>
        </p:blipFill>
        <p:spPr>
          <a:xfrm>
            <a:off x="0" y="0"/>
            <a:ext cx="9144000" cy="19642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18518"/>
            <a:ext cx="7773338" cy="1024016"/>
          </a:xfrm>
        </p:spPr>
        <p:txBody>
          <a:bodyPr>
            <a:normAutofit/>
          </a:bodyPr>
          <a:lstStyle/>
          <a:p>
            <a:pPr algn="l"/>
            <a:r>
              <a:rPr lang="en-IN" sz="3500"/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286000"/>
            <a:ext cx="5894675" cy="3505199"/>
          </a:xfrm>
        </p:spPr>
        <p:txBody>
          <a:bodyPr anchor="ctr">
            <a:normAutofit/>
          </a:bodyPr>
          <a:lstStyle/>
          <a:p>
            <a:r>
              <a:t>• Cleaned dataset (CSV).</a:t>
            </a:r>
          </a:p>
          <a:p>
            <a:r>
              <a:t>• Python notebooks for EDA, SQL &amp; ML.</a:t>
            </a:r>
          </a:p>
          <a:p>
            <a:r>
              <a:t>• Dashboard mockup PPT.</a:t>
            </a:r>
          </a:p>
          <a:p>
            <a:r>
              <a:t>• Full project ready for GitHub &amp; portfolio.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</TotalTime>
  <Words>284</Words>
  <Application>Microsoft Macintosh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Droplet</vt:lpstr>
      <vt:lpstr>Customer Support Analytics Project</vt:lpstr>
      <vt:lpstr>Project Overview</vt:lpstr>
      <vt:lpstr>Data Cleaning Steps</vt:lpstr>
      <vt:lpstr>Exploratory Data Analysis</vt:lpstr>
      <vt:lpstr>SQL Analysis</vt:lpstr>
      <vt:lpstr>Machine Learning Models</vt:lpstr>
      <vt:lpstr>Dashboard Mockup (PowerPoint)</vt:lpstr>
      <vt:lpstr>Final 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PRAMODKUMAR A GOUNDI</cp:lastModifiedBy>
  <cp:revision>2</cp:revision>
  <dcterms:created xsi:type="dcterms:W3CDTF">2013-01-27T09:14:16Z</dcterms:created>
  <dcterms:modified xsi:type="dcterms:W3CDTF">2025-11-25T07:02:28Z</dcterms:modified>
  <cp:category/>
</cp:coreProperties>
</file>